
<file path=[Content_Types].xml><?xml version="1.0" encoding="utf-8"?>
<Types xmlns="http://schemas.openxmlformats.org/package/2006/content-types">
  <Default Extension="xml" ContentType="application/vnd.openxmlformats-package.core-properties+xml"/>
  <Default Extension="dat" ContentType="application/x-fontdata"/>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3570e2b9f2248ba" /><Relationship Type="http://schemas.openxmlformats.org/officeDocument/2006/relationships/extended-properties" Target="/docProps/app.xml" Id="Rf89bdc8c35204a70" /><Relationship Type="http://schemas.openxmlformats.org/officeDocument/2006/relationships/officeDocument" Target="/ppt/presentation.xml" Id="Ra5ba0f0cd56c49b0"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9773cf9841b482f"/>
  </p:sldMasterIdLst>
  <p:notesMasterIdLst>
    <p:notesMasterId xmlns:r="http://schemas.openxmlformats.org/officeDocument/2006/relationships" r:id="R945c6de28f7a4a07"/>
  </p:notesMasterIdLst>
  <p:sldIdLst>
    <p:sldId xmlns:r="http://schemas.openxmlformats.org/officeDocument/2006/relationships" id="256" r:id="R766993dd23134010"/>
    <p:sldId xmlns:r="http://schemas.openxmlformats.org/officeDocument/2006/relationships" id="257" r:id="R12466807d2ca4247"/>
    <p:sldId xmlns:r="http://schemas.openxmlformats.org/officeDocument/2006/relationships" id="258" r:id="R476c7e5eae7c484b"/>
    <p:sldId xmlns:r="http://schemas.openxmlformats.org/officeDocument/2006/relationships" id="259" r:id="Rfeee840d41524ae5"/>
    <p:sldId xmlns:r="http://schemas.openxmlformats.org/officeDocument/2006/relationships" id="260" r:id="Re66940258ce648c1"/>
    <p:sldId xmlns:r="http://schemas.openxmlformats.org/officeDocument/2006/relationships" id="261" r:id="Rd8e1caa26b9d41e5"/>
    <p:sldId xmlns:r="http://schemas.openxmlformats.org/officeDocument/2006/relationships" id="262" r:id="R5cfb6153b22b4a21"/>
    <p:sldId xmlns:r="http://schemas.openxmlformats.org/officeDocument/2006/relationships" id="263" r:id="R1a4e42f65de647af"/>
  </p:sldIdLst>
  <p:sldSz cx="18288000" cy="10287000"/>
  <p:notesSz cx="6858000" cy="9144000"/>
  <p:embeddedFontLst>
    <p:embeddedFont>
      <p:font typeface="IBM Plex Sans"/>
      <p:bold xmlns:r="http://schemas.openxmlformats.org/officeDocument/2006/relationships" r:id="R79b4d4e98ebb47cd"/>
      <p:boldItalic xmlns:r="http://schemas.openxmlformats.org/officeDocument/2006/relationships" r:id="Rca328b085cc340e0"/>
    </p:embeddedFont>
    <p:embeddedFont>
      <p:font typeface="Caveat"/>
      <p:regular xmlns:r="http://schemas.openxmlformats.org/officeDocument/2006/relationships" r:id="Ra42dcaec515d4490"/>
      <p:bold xmlns:r="http://schemas.openxmlformats.org/officeDocument/2006/relationships" r:id="R1b0ba00bab024972"/>
    </p:embeddedFont>
    <p:embeddedFont>
      <p:font typeface="Montserrat"/>
      <p:bold xmlns:r="http://schemas.openxmlformats.org/officeDocument/2006/relationships" r:id="R8eb3b3de70374bca"/>
      <p:boldItalic xmlns:r="http://schemas.openxmlformats.org/officeDocument/2006/relationships" r:id="Rea436ba8e4db41e0"/>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5f9e24dceb4f4ce5" /><Relationship Type="http://schemas.openxmlformats.org/officeDocument/2006/relationships/slideMaster" Target="/ppt/slideMasters/slideMaster1.xml" Id="Rf9773cf9841b482f" /><Relationship Type="http://schemas.openxmlformats.org/officeDocument/2006/relationships/notesMaster" Target="/ppt/notesMasters/notesMaster1.xml" Id="R945c6de28f7a4a07" /><Relationship Type="http://schemas.openxmlformats.org/officeDocument/2006/relationships/presProps" Target="/ppt/presProps.xml" Id="R2014bc47efe64de3" /><Relationship Type="http://schemas.openxmlformats.org/officeDocument/2006/relationships/viewProps" Target="/ppt/viewProps.xml" Id="R3954a0b394f34a70" /><Relationship Type="http://schemas.openxmlformats.org/officeDocument/2006/relationships/tableStyles" Target="/ppt/tableStyles.xml" Id="Rebac3db618f04ac7" /><Relationship Type="http://schemas.openxmlformats.org/officeDocument/2006/relationships/font" Target="/ppt/fonts/font.dat" Id="R79b4d4e98ebb47cd" /><Relationship Type="http://schemas.openxmlformats.org/officeDocument/2006/relationships/font" Target="/ppt/fonts/font2.dat" Id="Rca328b085cc340e0" /><Relationship Type="http://schemas.openxmlformats.org/officeDocument/2006/relationships/font" Target="/ppt/fonts/font3.dat" Id="Ra42dcaec515d4490" /><Relationship Type="http://schemas.openxmlformats.org/officeDocument/2006/relationships/font" Target="/ppt/fonts/font4.dat" Id="R1b0ba00bab024972" /><Relationship Type="http://schemas.openxmlformats.org/officeDocument/2006/relationships/font" Target="/ppt/fonts/font5.dat" Id="R8eb3b3de70374bca" /><Relationship Type="http://schemas.openxmlformats.org/officeDocument/2006/relationships/font" Target="/ppt/fonts/font6.dat" Id="Rea436ba8e4db41e0" /><Relationship Type="http://schemas.openxmlformats.org/officeDocument/2006/relationships/slide" Target="/ppt/slides/slide1.xml" Id="R766993dd23134010" /><Relationship Type="http://schemas.openxmlformats.org/officeDocument/2006/relationships/slide" Target="/ppt/slides/slide2.xml" Id="R12466807d2ca4247" /><Relationship Type="http://schemas.openxmlformats.org/officeDocument/2006/relationships/slide" Target="/ppt/slides/slide3.xml" Id="R476c7e5eae7c484b" /><Relationship Type="http://schemas.openxmlformats.org/officeDocument/2006/relationships/slide" Target="/ppt/slides/slide4.xml" Id="Rfeee840d41524ae5" /><Relationship Type="http://schemas.openxmlformats.org/officeDocument/2006/relationships/slide" Target="/ppt/slides/slide5.xml" Id="Re66940258ce648c1" /><Relationship Type="http://schemas.openxmlformats.org/officeDocument/2006/relationships/slide" Target="/ppt/slides/slide6.xml" Id="Rd8e1caa26b9d41e5" /><Relationship Type="http://schemas.openxmlformats.org/officeDocument/2006/relationships/slide" Target="/ppt/slides/slide7.xml" Id="R5cfb6153b22b4a21" /><Relationship Type="http://schemas.openxmlformats.org/officeDocument/2006/relationships/slide" Target="/ppt/slides/slide8.xml" Id="R1a4e42f65de647a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a30acb30fc848e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cc7addf48424bab" /><Relationship Type="http://schemas.openxmlformats.org/officeDocument/2006/relationships/notesMaster" Target="/ppt/notesMasters/notesMaster1.xml" Id="R774924cb04e246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e8e5138e3d6c46f4" /><Relationship Type="http://schemas.openxmlformats.org/officeDocument/2006/relationships/notesMaster" Target="/ppt/notesMasters/notesMaster1.xml" Id="R36b977f394124a1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17f0bc3fdad461c" /><Relationship Type="http://schemas.openxmlformats.org/officeDocument/2006/relationships/notesMaster" Target="/ppt/notesMasters/notesMaster1.xml" Id="R980edbc2d04640a3" /></Relationships>
</file>

<file path=ppt/notesSlides/_rels/notesSlide4.xml.rels>&#65279;<?xml version="1.0" encoding="utf-8"?><Relationships xmlns="http://schemas.openxmlformats.org/package/2006/relationships"><Relationship Type="http://schemas.openxmlformats.org/officeDocument/2006/relationships/slide" Target="/ppt/slides/slide4.xml" Id="Rf8e009e976de4047" /><Relationship Type="http://schemas.openxmlformats.org/officeDocument/2006/relationships/notesMaster" Target="/ppt/notesMasters/notesMaster1.xml" Id="R0ee410779fbc4642" /></Relationships>
</file>

<file path=ppt/notesSlides/_rels/notesSlide5.xml.rels>&#65279;<?xml version="1.0" encoding="utf-8"?><Relationships xmlns="http://schemas.openxmlformats.org/package/2006/relationships"><Relationship Type="http://schemas.openxmlformats.org/officeDocument/2006/relationships/slide" Target="/ppt/slides/slide5.xml" Id="Rce10ccdb94d74cfb" /><Relationship Type="http://schemas.openxmlformats.org/officeDocument/2006/relationships/notesMaster" Target="/ppt/notesMasters/notesMaster1.xml" Id="R8ff56aee13884ef0" /></Relationships>
</file>

<file path=ppt/notesSlides/_rels/notesSlide6.xml.rels>&#65279;<?xml version="1.0" encoding="utf-8"?><Relationships xmlns="http://schemas.openxmlformats.org/package/2006/relationships"><Relationship Type="http://schemas.openxmlformats.org/officeDocument/2006/relationships/slide" Target="/ppt/slides/slide6.xml" Id="R06645ad482794cf3" /><Relationship Type="http://schemas.openxmlformats.org/officeDocument/2006/relationships/notesMaster" Target="/ppt/notesMasters/notesMaster1.xml" Id="R44e16f4173d74811" /></Relationships>
</file>

<file path=ppt/notesSlides/_rels/notesSlide7.xml.rels>&#65279;<?xml version="1.0" encoding="utf-8"?><Relationships xmlns="http://schemas.openxmlformats.org/package/2006/relationships"><Relationship Type="http://schemas.openxmlformats.org/officeDocument/2006/relationships/slide" Target="/ppt/slides/slide7.xml" Id="Rb2bdaba4956f42bf" /><Relationship Type="http://schemas.openxmlformats.org/officeDocument/2006/relationships/notesMaster" Target="/ppt/notesMasters/notesMaster1.xml" Id="R1c7ff4ffd39c4ffb" /></Relationships>
</file>

<file path=ppt/notesSlides/_rels/notesSlide8.xml.rels>&#65279;<?xml version="1.0" encoding="utf-8"?><Relationships xmlns="http://schemas.openxmlformats.org/package/2006/relationships"><Relationship Type="http://schemas.openxmlformats.org/officeDocument/2006/relationships/slide" Target="/ppt/slides/slide8.xml" Id="R32667d50907447b3" /><Relationship Type="http://schemas.openxmlformats.org/officeDocument/2006/relationships/notesMaster" Target="/ppt/notesMasters/notesMaster1.xml" Id="R275b1d0edf99451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Team details supplied by the user: Harshit Srivastava (team leader), Sameeksha Verma and Ritish Yadav (team members). Project title and capabilities: README.md. Do not assign unprovided technical responsibilities.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user-supplied Track 03 challenge brief. Official references: https://www.mcxindia.com/market-data/bhavcopy and https://www.mcxindia.com/products/bullion/gold. The product page was opened on 15 October 2026. The Bhavcopy page could not be fetched by the research tool. This deck does not independently verify all specification values or imply real-time data access. GOLDTEN history starts in its listing period. Volume is not market depth, and settlement is not an executable fill.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 README.md, docs/methodology.md and frontend/app.py. All seven named analytical tools have executable functions. Quotes normalize to INR per fine gram, with a common 10g 999 representation. Exact expiry selection prevents artificial continuous-contract rolls. Curve interpolation requires bracketing maturities and does not extrapolate. Replay uses subsequent common-session Open, never substitutes Close, preserves unresolved exits and uses prior-volume participation limits. It separates completed-trade P&amp;L, open marks and equity. The gold factor contribution and relative-value residual are an accounting decomposition, not causal alpha attribution. Scenario and analog summaries are descriptive, not calibrated investment probabilities.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Relative Value Explorer implemented feature detail:</a:t>
            </a:r>
            <a:endParaRPr/>
          </a:p>
          <a:p xmlns:a="http://schemas.openxmlformats.org/drawingml/2006/main">
            <a:pPr marL="0" lvl="0" indent="0" algn="l">
              <a:spcBef>
                <a:spcPts val="0"/>
              </a:spcBef>
              <a:spcAft>
                <a:spcPts val="0"/>
              </a:spcAft>
              <a:buNone/>
            </a:pPr>
            <a:r>
              <a:t>- GOLDM, GOLDTEN, GOLDGUINEA and GOLDPETAL; all six cross-product combinations.</a:t>
            </a:r>
            <a:endParaRPr/>
          </a:p>
          <a:p xmlns:a="http://schemas.openxmlformats.org/drawingml/2006/main">
            <a:pPr marL="0" lvl="0" indent="0" algn="l">
              <a:spcBef>
                <a:spcPts val="0"/>
              </a:spcBef>
              <a:spcAft>
                <a:spcPts val="0"/>
              </a:spcAft>
              <a:buNone/>
            </a:pPr>
            <a:r>
              <a:t>- Explicit expiry selection or one fixed exact contract per leg selected within cutoff; no stitched near-month series.</a:t>
            </a:r>
            <a:endParaRPr/>
          </a:p>
          <a:p xmlns:a="http://schemas.openxmlformats.org/drawingml/2006/main">
            <a:pPr marL="0" lvl="0" indent="0" algn="l">
              <a:spcBef>
                <a:spcPts val="0"/>
              </a:spcBef>
              <a:spcAft>
                <a:spcPts val="0"/>
              </a:spcAft>
              <a:buNone/>
            </a:pPr>
            <a:r>
              <a:t>- Raw quotation spread, quotation-unit normalization, purity adjustment and INR-per-fine-gram comparison.</a:t>
            </a:r>
            <a:endParaRPr/>
          </a:p>
          <a:p xmlns:a="http://schemas.openxmlformats.org/drawingml/2006/main">
            <a:pPr marL="0" lvl="0" indent="0" algn="l">
              <a:spcBef>
                <a:spcPts val="0"/>
              </a:spcBef>
              <a:spcAft>
                <a:spcPts val="0"/>
              </a:spcAft>
              <a:buNone/>
            </a:pPr>
            <a:r>
              <a:t>- Supported empirical maturity adjustment using bracketing same-product curves; no extrapolation.</a:t>
            </a:r>
            <a:endParaRPr/>
          </a:p>
          <a:p xmlns:a="http://schemas.openxmlformats.org/drawingml/2006/main">
            <a:pPr marL="0" lvl="0" indent="0" algn="l">
              <a:spcBef>
                <a:spcPts val="0"/>
              </a:spcBef>
              <a:spcAft>
                <a:spcPts val="0"/>
              </a:spcAft>
              <a:buNone/>
            </a:pPr>
            <a:r>
              <a:t>- Rolling references, mean/std Z-score and robust median/MAD Z-score fitted to strictly prior observations.</a:t>
            </a:r>
            <a:endParaRPr/>
          </a:p>
          <a:p xmlns:a="http://schemas.openxmlformats.org/drawingml/2006/main">
            <a:pPr marL="0" lvl="0" indent="0" algn="l">
              <a:spcBef>
                <a:spcPts val="0"/>
              </a:spcBef>
              <a:spcAft>
                <a:spcPts val="0"/>
              </a:spcAft>
              <a:buNone/>
            </a:pPr>
            <a:r>
              <a:t>- Volume/OI, lifecycle, geographic-basis and specification flags; current candidate/no-opportunity conclusion.</a:t>
            </a:r>
            <a:endParaRPr/>
          </a:p>
          <a:p xmlns:a="http://schemas.openxmlformats.org/drawingml/2006/main">
            <a:pPr marL="0" lvl="0" indent="0" algn="l">
              <a:spcBef>
                <a:spcPts val="0"/>
              </a:spcBef>
              <a:spcAft>
                <a:spcPts val="0"/>
              </a:spcAft>
              <a:buNone/>
            </a:pPr>
            <a:r>
              <a:t>- Normalized-series charts, selectable measures, calculated records and CSV export.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Futures Curve Laboratory implemented feature detail:</a:t>
            </a:r>
            <a:endParaRPr/>
          </a:p>
          <a:p xmlns:a="http://schemas.openxmlformats.org/drawingml/2006/main">
            <a:pPr marL="0" lvl="0" indent="0" algn="l">
              <a:spcBef>
                <a:spcPts val="0"/>
              </a:spcBef>
              <a:spcAft>
                <a:spcPts val="0"/>
              </a:spcAft>
              <a:buNone/>
            </a:pPr>
            <a:r>
              <a:t>- Historical cutoff curve for the first selected product; full investigations also calculate both products' curves.</a:t>
            </a:r>
            <a:endParaRPr/>
          </a:p>
          <a:p xmlns:a="http://schemas.openxmlformats.org/drawingml/2006/main">
            <a:pPr marL="0" lvl="0" indent="0" algn="l">
              <a:spcBef>
                <a:spcPts val="0"/>
              </a:spcBef>
              <a:spcAft>
                <a:spcPts val="0"/>
              </a:spcAft>
              <a:buNone/>
            </a:pPr>
            <a:r>
              <a:t>- Exact maturities, days to expiry and normalized prices.</a:t>
            </a:r>
            <a:endParaRPr/>
          </a:p>
          <a:p xmlns:a="http://schemas.openxmlformats.org/drawingml/2006/main">
            <a:pPr marL="0" lvl="0" indent="0" algn="l">
              <a:spcBef>
                <a:spcPts val="0"/>
              </a:spcBef>
              <a:spcAft>
                <a:spcPts val="0"/>
              </a:spcAft>
              <a:buNone/>
            </a:pPr>
            <a:r>
              <a:t>- Calendar spreads, maturity gaps, daily curve slope and annualized curve ratio.</a:t>
            </a:r>
            <a:endParaRPr/>
          </a:p>
          <a:p xmlns:a="http://schemas.openxmlformats.org/drawingml/2006/main">
            <a:pPr marL="0" lvl="0" indent="0" algn="l">
              <a:spcBef>
                <a:spcPts val="0"/>
              </a:spcBef>
              <a:spcAft>
                <a:spcPts val="0"/>
              </a:spcAft>
              <a:buNone/>
            </a:pPr>
            <a:r>
              <a:t>- Contango, backwardation, flat, mixed or insufficient-curve classification.</a:t>
            </a:r>
            <a:endParaRPr/>
          </a:p>
          <a:p xmlns:a="http://schemas.openxmlformats.org/drawingml/2006/main">
            <a:pPr marL="0" lvl="0" indent="0" algn="l">
              <a:spcBef>
                <a:spcPts val="0"/>
              </a:spcBef>
              <a:spcAft>
                <a:spcPts val="0"/>
              </a:spcAft>
              <a:buNone/>
            </a:pPr>
            <a:r>
              <a:t>- Unchanged-contract movement decomposed into modeled mechanical roll-down and residual curve shift.</a:t>
            </a:r>
            <a:endParaRPr/>
          </a:p>
          <a:p xmlns:a="http://schemas.openxmlformats.org/drawingml/2006/main">
            <a:pPr marL="0" lvl="0" indent="0" algn="l">
              <a:spcBef>
                <a:spcPts val="0"/>
              </a:spcBef>
              <a:spcAft>
                <a:spcPts val="0"/>
              </a:spcAft>
              <a:buNone/>
            </a:pPr>
            <a:r>
              <a:t>- Piecewise-linear interpolation only; unresolved funding/storage/delivery factors remain explicit.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Ghost Market implemented feature detail:</a:t>
            </a:r>
            <a:endParaRPr/>
          </a:p>
          <a:p xmlns:a="http://schemas.openxmlformats.org/drawingml/2006/main">
            <a:pPr marL="0" lvl="0" indent="0" algn="l">
              <a:spcBef>
                <a:spcPts val="0"/>
              </a:spcBef>
              <a:spcAft>
                <a:spcPts val="0"/>
              </a:spcAft>
              <a:buNone/>
            </a:pPr>
            <a:r>
              <a:t>- Seeded circular moving-block bootstrap jointly samples paired returns to retain cross-leg and within-block dependence.</a:t>
            </a:r>
            <a:endParaRPr/>
          </a:p>
          <a:p xmlns:a="http://schemas.openxmlformats.org/drawingml/2006/main">
            <a:pPr marL="0" lvl="0" indent="0" algn="l">
              <a:spcBef>
                <a:spcPts val="0"/>
              </a:spcBef>
              <a:spcAft>
                <a:spcPts val="0"/>
              </a:spcAft>
              <a:buNone/>
            </a:pPr>
            <a:r>
              <a:t>- Integer lots, contract monetary multipliers, gross notional and residual fine-gold exposure.</a:t>
            </a:r>
            <a:endParaRPr/>
          </a:p>
          <a:p xmlns:a="http://schemas.openxmlformats.org/drawingml/2006/main">
            <a:pPr marL="0" lvl="0" indent="0" algn="l">
              <a:spcBef>
                <a:spcPts val="0"/>
              </a:spcBef>
              <a:spcAft>
                <a:spcPts val="0"/>
              </a:spcAft>
              <a:buNone/>
            </a:pPr>
            <a:r>
              <a:t>- Eleven base/adverse scenario classes with lifecycle/liquidity eligibility.</a:t>
            </a:r>
            <a:endParaRPr/>
          </a:p>
          <a:p xmlns:a="http://schemas.openxmlformats.org/drawingml/2006/main">
            <a:pPr marL="0" lvl="0" indent="0" algn="l">
              <a:spcBef>
                <a:spcPts val="0"/>
              </a:spcBef>
              <a:spcAft>
                <a:spcPts val="0"/>
              </a:spcAft>
              <a:buNone/>
            </a:pPr>
            <a:r>
              <a:t>- Median, mean, worst, fifth/ninety-fifth percentiles, positive scenario frequency and expected shortfall at 5% (requires at least 200 simulations).</a:t>
            </a:r>
            <a:endParaRPr/>
          </a:p>
          <a:p xmlns:a="http://schemas.openxmlformats.org/drawingml/2006/main">
            <a:pPr marL="0" lvl="0" indent="0" algn="l">
              <a:spcBef>
                <a:spcPts val="0"/>
              </a:spcBef>
              <a:spcAft>
                <a:spcPts val="0"/>
              </a:spcAft>
              <a:buNone/>
            </a:pPr>
            <a:r>
              <a:t>- Scenario distributions display up to 100 sampled outcomes; summary statistics use every configured path.</a:t>
            </a:r>
            <a:endParaRPr/>
          </a:p>
          <a:p xmlns:a="http://schemas.openxmlformats.org/drawingml/2006/main">
            <a:pPr marL="0" lvl="0" indent="0" algn="l">
              <a:spcBef>
                <a:spcPts val="0"/>
              </a:spcBef>
              <a:spcAft>
                <a:spcPts val="0"/>
              </a:spcAft>
              <a:buNone/>
            </a:pPr>
            <a:r>
              <a:t>- Historical return correlation, cost sensitivity and fragile/survives-modeled-medians indicator.</a:t>
            </a:r>
            <a:endParaRPr/>
          </a:p>
          <a:p xmlns:a="http://schemas.openxmlformats.org/drawingml/2006/main">
            <a:pPr marL="0" lvl="0" indent="0" algn="l">
              <a:spcBef>
                <a:spcPts val="0"/>
              </a:spcBef>
              <a:spcAft>
                <a:spcPts val="0"/>
              </a:spcAft>
              <a:buNone/>
            </a:pPr>
            <a:r>
              <a:t>- Adjustable random seed, path count, holding period, delay, costs/slippage and volatility multiplier.</a:t>
            </a:r>
            <a:endParaRPr/>
          </a:p>
          <a:p xmlns:a="http://schemas.openxmlformats.org/drawingml/2006/main">
            <a:pPr marL="0" lvl="0" indent="0" algn="l">
              <a:spcBef>
                <a:spcPts val="0"/>
              </a:spcBef>
              <a:spcAft>
                <a:spcPts val="0"/>
              </a:spcAft>
              <a:buNone/>
            </a:pPr>
            <a:r>
              <a:t>- Future fee assumptions freeze the cutoff-date schedule as a turnover-equivalent rate; no calibrated real-profit odds.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Market Red Team implemented feature detail:</a:t>
            </a:r>
            <a:endParaRPr/>
          </a:p>
          <a:p xmlns:a="http://schemas.openxmlformats.org/drawingml/2006/main">
            <a:pPr marL="0" lvl="0" indent="0" algn="l">
              <a:spcBef>
                <a:spcPts val="0"/>
              </a:spcBef>
              <a:spcAft>
                <a:spcPts val="0"/>
              </a:spcAft>
              <a:buNone/>
            </a:pPr>
            <a:r>
              <a:t>- Each check records attack ID, invariant, source evidence, procedure, status, severity and explanation.</a:t>
            </a:r>
            <a:endParaRPr/>
          </a:p>
          <a:p xmlns:a="http://schemas.openxmlformats.org/drawingml/2006/main">
            <a:pPr marL="0" lvl="0" indent="0" algn="l">
              <a:spcBef>
                <a:spcPts val="0"/>
              </a:spcBef>
              <a:spcAft>
                <a:spcPts val="0"/>
              </a:spcAft>
              <a:buNone/>
            </a:pPr>
            <a:r>
              <a:t>- Twenty-one checks cover dates, purity, quotation units, integer lots, expiry identity, roll contamination, future leakage, delayed fills, actual source Opens, lifecycle, costs, P&amp;L/attribution, liquidity, local research logging, holdout retuning, sample confidence, neutrality, sample size, geography, imputation and mode separation.</a:t>
            </a:r>
            <a:endParaRPr/>
          </a:p>
          <a:p xmlns:a="http://schemas.openxmlformats.org/drawingml/2006/main">
            <a:pPr marL="0" lvl="0" indent="0" algn="l">
              <a:spcBef>
                <a:spcPts val="0"/>
              </a:spcBef>
              <a:spcAft>
                <a:spcPts val="0"/>
              </a:spcAft>
              <a:buNone/>
            </a:pPr>
            <a:r>
              <a:t>- Future-mutation audit compares cutoff-limited results; clearly labeled temporary probes are used only when needed, with a relaxed-cutoff positive control.</a:t>
            </a:r>
            <a:endParaRPr/>
          </a:p>
          <a:p xmlns:a="http://schemas.openxmlformats.org/drawingml/2006/main">
            <a:pPr marL="0" lvl="0" indent="0" algn="l">
              <a:spcBef>
                <a:spcPts val="0"/>
              </a:spcBef>
              <a:spcAft>
                <a:spcPts val="0"/>
              </a:spcAft>
              <a:buNone/>
            </a:pPr>
            <a:r>
              <a:t>- Temporary probe rows never become market observations or research returns.</a:t>
            </a:r>
            <a:endParaRPr/>
          </a:p>
          <a:p xmlns:a="http://schemas.openxmlformats.org/drawingml/2006/main">
            <a:pPr marL="0" lvl="0" indent="0" algn="l">
              <a:spcBef>
                <a:spcPts val="0"/>
              </a:spcBef>
              <a:spcAft>
                <a:spcPts val="0"/>
              </a:spcAft>
              <a:buNone/>
            </a:pPr>
            <a:r>
              <a:t>- Independent source-rejoining, cost reconstruction, lot/P&amp;L reconciliation and lifecycle rechecks.</a:t>
            </a:r>
            <a:endParaRPr/>
          </a:p>
          <a:p xmlns:a="http://schemas.openxmlformats.org/drawingml/2006/main">
            <a:pPr marL="0" lvl="0" indent="0" algn="l">
              <a:spcBef>
                <a:spcPts val="0"/>
              </a:spcBef>
              <a:spcAft>
                <a:spcPts val="0"/>
              </a:spcAft>
              <a:buNone/>
            </a:pPr>
            <a:r>
              <a:t>- Untested or unresolved checks never count as passes; audit failures reject the investigation.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Time-Locked Replay implemented feature detail:</a:t>
            </a:r>
            <a:endParaRPr/>
          </a:p>
          <a:p xmlns:a="http://schemas.openxmlformats.org/drawingml/2006/main">
            <a:pPr marL="0" lvl="0" indent="0" algn="l">
              <a:spcBef>
                <a:spcPts val="0"/>
              </a:spcBef>
              <a:spcAft>
                <a:spcPts val="0"/>
              </a:spcAft>
              <a:buNone/>
            </a:pPr>
            <a:r>
              <a:t>- Load observed sessions, reveal one session per step, reset clock and view reveal progress.</a:t>
            </a:r>
            <a:endParaRPr/>
          </a:p>
          <a:p xmlns:a="http://schemas.openxmlformats.org/drawingml/2006/main">
            <a:pPr marL="0" lvl="0" indent="0" algn="l">
              <a:spcBef>
                <a:spcPts val="0"/>
              </a:spcBef>
              <a:spcAft>
                <a:spcPts val="0"/>
              </a:spcAft>
              <a:buNone/>
            </a:pPr>
            <a:r>
              <a:t>- Each UI step requests a new strict information cutoff; stale configuration invalidates the displayed replay.</a:t>
            </a:r>
            <a:endParaRPr/>
          </a:p>
          <a:p xmlns:a="http://schemas.openxmlformats.org/drawingml/2006/main">
            <a:pPr marL="0" lvl="0" indent="0" algn="l">
              <a:spcBef>
                <a:spcPts val="0"/>
              </a:spcBef>
              <a:spcAft>
                <a:spcPts val="0"/>
              </a:spcAft>
              <a:buNone/>
            </a:pPr>
            <a:r>
              <a:t>- Automatic expiry choice frozen from the first research session.</a:t>
            </a:r>
            <a:endParaRPr/>
          </a:p>
          <a:p xmlns:a="http://schemas.openxmlformats.org/drawingml/2006/main">
            <a:pPr marL="0" lvl="0" indent="0" algn="l">
              <a:spcBef>
                <a:spcPts val="0"/>
              </a:spcBef>
              <a:spcAft>
                <a:spcPts val="0"/>
              </a:spcAft>
              <a:buNone/>
            </a:pPr>
            <a:r>
              <a:t>- Close-based signals enter at later common-session Open; configurable holding period and entry/exit delays.</a:t>
            </a:r>
            <a:endParaRPr/>
          </a:p>
          <a:p xmlns:a="http://schemas.openxmlformats.org/drawingml/2006/main">
            <a:pPr marL="0" lvl="0" indent="0" algn="l">
              <a:spcBef>
                <a:spcPts val="0"/>
              </a:spcBef>
              <a:spcAft>
                <a:spcPts val="0"/>
              </a:spcAft>
              <a:buNone/>
            </a:pPr>
            <a:r>
              <a:t>- No Close/settlement substitution for missing Open; missing exit remains an open marked position.</a:t>
            </a:r>
            <a:endParaRPr/>
          </a:p>
          <a:p xmlns:a="http://schemas.openxmlformats.org/drawingml/2006/main">
            <a:pPr marL="0" lvl="0" indent="0" algn="l">
              <a:spcBef>
                <a:spcPts val="0"/>
              </a:spcBef>
              <a:spcAft>
                <a:spcPts val="0"/>
              </a:spcAft>
              <a:buNone/>
            </a:pPr>
            <a:r>
              <a:t>- Integer sizing constrained by combined fully funded gross notional, max lots and prior signal-session volume.</a:t>
            </a:r>
            <a:endParaRPr/>
          </a:p>
          <a:p xmlns:a="http://schemas.openxmlformats.org/drawingml/2006/main">
            <a:pPr marL="0" lvl="0" indent="0" algn="l">
              <a:spcBef>
                <a:spcPts val="0"/>
              </a:spcBef>
              <a:spcAft>
                <a:spcPts val="0"/>
              </a:spcAft>
              <a:buNone/>
            </a:pPr>
            <a:r>
              <a:t>- Lifecycle/specification changes, listing/tender/expiry and liquidity screens block invalid entries/fills.</a:t>
            </a:r>
            <a:endParaRPr/>
          </a:p>
          <a:p xmlns:a="http://schemas.openxmlformats.org/drawingml/2006/main">
            <a:pPr marL="0" lvl="0" indent="0" algn="l">
              <a:spcBef>
                <a:spcPts val="0"/>
              </a:spcBef>
              <a:spcAft>
                <a:spcPts val="0"/>
              </a:spcAft>
              <a:buNone/>
            </a:pPr>
            <a:r>
              <a:t>- Walk-forward thresholds fit prior absolute Z-scores; frozen final-period threshold and stable calendar boundary.</a:t>
            </a:r>
            <a:endParaRPr/>
          </a:p>
          <a:p xmlns:a="http://schemas.openxmlformats.org/drawingml/2006/main">
            <a:pPr marL="0" lvl="0" indent="0" algn="l">
              <a:spcBef>
                <a:spcPts val="0"/>
              </a:spcBef>
              <a:spcAft>
                <a:spcPts val="0"/>
              </a:spcAft>
              <a:buNone/>
            </a:pPr>
            <a:r>
              <a:t>- Chronological signal, suppression, rejection, entry and exit events; training windows and exact trade records.</a:t>
            </a:r>
            <a:endParaRPr/>
          </a:p>
          <a:p xmlns:a="http://schemas.openxmlformats.org/drawingml/2006/main">
            <a:pPr marL="0" lvl="0" indent="0" algn="l">
              <a:spcBef>
                <a:spcPts val="0"/>
              </a:spcBef>
              <a:spcAft>
                <a:spcPts val="0"/>
              </a:spcAft>
              <a:buNone/>
            </a:pPr>
            <a:r>
              <a:t>- Equity, realized/unrealized P&amp;L, all-leg entry/exit costs, drawdown, return on capital, volatility, descriptive Sharpe and win rate.</a:t>
            </a:r>
            <a:endParaRPr/>
          </a:p>
          <a:p xmlns:a="http://schemas.openxmlformats.org/drawingml/2006/main">
            <a:pPr marL="0" lvl="0" indent="0" algn="l">
              <a:spcBef>
                <a:spcPts val="0"/>
              </a:spcBef>
              <a:spcAft>
                <a:spcPts val="0"/>
              </a:spcAft>
              <a:buNone/>
            </a:pPr>
            <a:r>
              <a:t>- Gold-factor contribution, relative-value accounting residual and quantified residual fine-metal exposure.</a:t>
            </a:r>
            <a:endParaRPr/>
          </a:p>
          <a:p xmlns:a="http://schemas.openxmlformats.org/drawingml/2006/main">
            <a:pPr marL="0" lvl="0" indent="0" algn="l">
              <a:spcBef>
                <a:spcPts val="0"/>
              </a:spcBef>
              <a:spcAft>
                <a:spcPts val="0"/>
              </a:spcAft>
              <a:buNone/>
            </a:pPr>
            <a:r>
              <a:t>- Held-out trade count/net P&amp;L, training/snapshot hashes and reference baselines.</a:t>
            </a:r>
            <a:endParaRPr/>
          </a:p>
          <a:p xmlns:a="http://schemas.openxmlformats.org/drawingml/2006/main">
            <a:pPr marL="0" lvl="0" indent="0" algn="l">
              <a:spcBef>
                <a:spcPts val="0"/>
              </a:spcBef>
              <a:spcAft>
                <a:spcPts val="0"/>
              </a:spcAft>
              <a:buNone/>
            </a:pPr>
            <a:r>
              <a:t>- Reference comparisons: cash/no-trade, exact-expiry gold buy-and-hold mark and fixed long/short integer hedge mark; marked benchmarks do not establish actual final liquidation.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Profit Survival Map implemented feature detail:</a:t>
            </a:r>
            <a:endParaRPr/>
          </a:p>
          <a:p xmlns:a="http://schemas.openxmlformats.org/drawingml/2006/main">
            <a:pPr marL="0" lvl="0" indent="0" algn="l">
              <a:spcBef>
                <a:spcPts val="0"/>
              </a:spcBef>
              <a:spcAft>
                <a:spcPts val="0"/>
              </a:spcAft>
              <a:buNone/>
            </a:pPr>
            <a:r>
              <a:t>- Recomputes actual chronological replay for each cost/entry-delay grid cell, including integer quantities and cash flows.</a:t>
            </a:r>
            <a:endParaRPr/>
          </a:p>
          <a:p xmlns:a="http://schemas.openxmlformats.org/drawingml/2006/main">
            <a:pPr marL="0" lvl="0" indent="0" algn="l">
              <a:spcBef>
                <a:spcPts val="0"/>
              </a:spcBef>
              <a:spcAft>
                <a:spcPts val="0"/>
              </a:spcAft>
              <a:buNone/>
            </a:pPr>
            <a:r>
              <a:t>- Heatmap, trade count, gross/net P&amp;L, drawdown and evaluated/not-evaluable flags.</a:t>
            </a:r>
            <a:endParaRPr/>
          </a:p>
          <a:p xmlns:a="http://schemas.openxmlformats.org/drawingml/2006/main">
            <a:pPr marL="0" lvl="0" indent="0" algn="l">
              <a:spcBef>
                <a:spcPts val="0"/>
              </a:spcBef>
              <a:spcAft>
                <a:spcPts val="0"/>
              </a:spcAft>
              <a:buNone/>
            </a:pPr>
            <a:r>
              <a:t>- Separate sensitivity slices for additional exit delay, slippage, minimum volume and holding period.</a:t>
            </a:r>
            <a:endParaRPr/>
          </a:p>
          <a:p xmlns:a="http://schemas.openxmlformats.org/drawingml/2006/main">
            <a:pPr marL="0" lvl="0" indent="0" algn="l">
              <a:spcBef>
                <a:spcPts val="0"/>
              </a:spcBef>
              <a:spcAft>
                <a:spcPts val="0"/>
              </a:spcAft>
              <a:buNone/>
            </a:pPr>
            <a:r>
              <a:t>- Volatility, liquidity, expiry-restriction and combined-stress summaries kept distinct from historical replay.</a:t>
            </a:r>
            <a:endParaRPr/>
          </a:p>
          <a:p xmlns:a="http://schemas.openxmlformats.org/drawingml/2006/main">
            <a:pPr marL="0" lvl="0" indent="0" algn="l">
              <a:spcBef>
                <a:spcPts val="0"/>
              </a:spcBef>
              <a:spcAft>
                <a:spcPts val="0"/>
              </a:spcAft>
              <a:buNone/>
            </a:pPr>
            <a:r>
              <a:t>- Highest tested profitable cost boundary for each delay.</a:t>
            </a:r>
            <a:endParaRPr/>
          </a:p>
          <a:p xmlns:a="http://schemas.openxmlformats.org/drawingml/2006/main">
            <a:pPr marL="0" lvl="0" indent="0" algn="l">
              <a:spcBef>
                <a:spcPts val="0"/>
              </a:spcBef>
              <a:spcAft>
                <a:spcPts val="0"/>
              </a:spcAft>
              <a:buNone/>
            </a:pPr>
            <a:r>
              <a:t>- Conditional total, fee and slippage break-even rates derived from zero-fee trade turnover.</a:t>
            </a:r>
            <a:endParaRPr/>
          </a:p>
          <a:p xmlns:a="http://schemas.openxmlformats.org/drawingml/2006/main">
            <a:pPr marL="0" lvl="0" indent="0" algn="l">
              <a:spcBef>
                <a:spcPts val="0"/>
              </a:spcBef>
              <a:spcAft>
                <a:spcPts val="0"/>
              </a:spcAft>
              <a:buNone/>
            </a:pPr>
            <a:r>
              <a:t>- Survival requires resolved positions, completed trades, positive completed net P&amp;L, positive total equity change and lifecycle validity.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Anomaly DNA implemented feature detail:</a:t>
            </a:r>
            <a:endParaRPr/>
          </a:p>
          <a:p xmlns:a="http://schemas.openxmlformats.org/drawingml/2006/main">
            <a:pPr marL="0" lvl="0" indent="0" algn="l">
              <a:spcBef>
                <a:spcPts val="0"/>
              </a:spcBef>
              <a:spcAft>
                <a:spcPts val="0"/>
              </a:spcAft>
              <a:buNone/>
            </a:pPr>
            <a:r>
              <a:t>- Same exact-contract-pair search using 11 interpretable features.</a:t>
            </a:r>
            <a:endParaRPr/>
          </a:p>
          <a:p xmlns:a="http://schemas.openxmlformats.org/drawingml/2006/main">
            <a:pPr marL="0" lvl="0" indent="0" algn="l">
              <a:spcBef>
                <a:spcPts val="0"/>
              </a:spcBef>
              <a:spcAft>
                <a:spcPts val="0"/>
              </a:spcAft>
              <a:buNone/>
            </a:pPr>
            <a:r>
              <a:t>- Features: Z-score, robust Z-score, spread change, gold volatility, log volume, log OI, residual volatility, trend, persistence, time to expiry and maturity gap.</a:t>
            </a:r>
            <a:endParaRPr/>
          </a:p>
          <a:p xmlns:a="http://schemas.openxmlformats.org/drawingml/2006/main">
            <a:pPr marL="0" lvl="0" indent="0" algn="l">
              <a:spcBef>
                <a:spcPts val="0"/>
              </a:spcBef>
              <a:spcAft>
                <a:spcPts val="0"/>
              </a:spcAft>
              <a:buNone/>
            </a:pPr>
            <a:r>
              <a:t>- Robust median/MAD scaler fitted only to completed prior candidates, with standard-deviation fallback.</a:t>
            </a:r>
            <a:endParaRPr/>
          </a:p>
          <a:p xmlns:a="http://schemas.openxmlformats.org/drawingml/2006/main">
            <a:pPr marL="0" lvl="0" indent="0" algn="l">
              <a:spcBef>
                <a:spcPts val="0"/>
              </a:spcBef>
              <a:spcAft>
                <a:spcPts val="0"/>
              </a:spcAft>
              <a:buNone/>
            </a:pPr>
            <a:r>
              <a:t>- Distance-ranked historical matches; overlapping outcome horizons suppressed.</a:t>
            </a:r>
            <a:endParaRPr/>
          </a:p>
          <a:p xmlns:a="http://schemas.openxmlformats.org/drawingml/2006/main">
            <a:pPr marL="0" lvl="0" indent="0" algn="l">
              <a:spcBef>
                <a:spcPts val="0"/>
              </a:spcBef>
              <a:spcAft>
                <a:spcPts val="0"/>
              </a:spcAft>
              <a:buNone/>
            </a:pPr>
            <a:r>
              <a:t>- Every analog outcome completes strictly before the query cutoff.</a:t>
            </a:r>
            <a:endParaRPr/>
          </a:p>
          <a:p xmlns:a="http://schemas.openxmlformats.org/drawingml/2006/main">
            <a:pPr marL="0" lvl="0" indent="0" algn="l">
              <a:spcBef>
                <a:spcPts val="0"/>
              </a:spcBef>
              <a:spcAft>
                <a:spcPts val="0"/>
              </a:spcAft>
              <a:buNone/>
            </a:pPr>
            <a:r>
              <a:t>- Matched dates, feature vectors, similarity distance, lifecycle flag and signed residual outcome.</a:t>
            </a:r>
            <a:endParaRPr/>
          </a:p>
          <a:p xmlns:a="http://schemas.openxmlformats.org/drawingml/2006/main">
            <a:pPr marL="0" lvl="0" indent="0" algn="l">
              <a:spcBef>
                <a:spcPts val="0"/>
              </a:spcBef>
              <a:spcAft>
                <a:spcPts val="0"/>
              </a:spcAft>
              <a:buNone/>
            </a:pPr>
            <a:r>
              <a:t>- Sample count, median residual change and narrowing frequency; explicitly descriptive rather than profit prediction.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 README.md, docs/methodology.md, docs/validation.md, frontend/app.py and backend/main.py. Data import validates MDY/DMY, expiry strings and padded symbols, rejects annual aggregates, missing/invalid fields, unsafe ZIP paths and excessive expansion. Duplicate/conflicting identities remain inspectable. Real and synthetic data stay separate. The Contract Genome distinguishes quotation and trading units, purity, delivery geography and expiry-effective rules. Unknown real calendar evidence blocks execution. Settings include dated fee schedules/GST/tax assumptions, slippage, delays, capital, seeds, paths and API timeout. Policy A uses normalized spreads, B adds supported maturity adjustment, C adds robust-MAD, lifecycle, basis and prospective bootstrap gates. Command Center and Mirage preserve full investigations. Evidence Center stores failed and successful experiments, flags repeated sample use and refuses changed snapshots/specifications/code during reproduction. Matching hashes establish deterministic reproduction, not an externally secured ledger. Local single-worker FastAPI avoids cross-process DuckDB contention. Docker files exist but Docker execution remains unverified. TSV is supported by the backend. The UI picker exposes CSV, XLS/XLSX and ZIP. Replay uses a prior-volume participation limit with a 1% default.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Command Center implemented feature detail:</a:t>
            </a:r>
            <a:endParaRPr/>
          </a:p>
          <a:p xmlns:a="http://schemas.openxmlformats.org/drawingml/2006/main">
            <a:pPr marL="0" lvl="0" indent="0" algn="l">
              <a:spcBef>
                <a:spcPts val="0"/>
              </a:spcBef>
              <a:spcAft>
                <a:spcPts val="0"/>
              </a:spcAft>
              <a:buNone/>
            </a:pPr>
            <a:r>
              <a:t>- Imported-observation and exact-contract counts; first and last observed sessions.</a:t>
            </a:r>
            <a:endParaRPr/>
          </a:p>
          <a:p xmlns:a="http://schemas.openxmlformats.org/drawingml/2006/main">
            <a:pPr marL="0" lvl="0" indent="0" algn="l">
              <a:spcBef>
                <a:spcPts val="0"/>
              </a:spcBef>
              <a:spcAft>
                <a:spcPts val="0"/>
              </a:spcAft>
              <a:buNone/>
            </a:pPr>
            <a:r>
              <a:t>- Selected pair, research dates, cutoff, costs, slippage and seed summary.</a:t>
            </a:r>
            <a:endParaRPr/>
          </a:p>
          <a:p xmlns:a="http://schemas.openxmlformats.org/drawingml/2006/main">
            <a:pPr marL="0" lvl="0" indent="0" algn="l">
              <a:spcBef>
                <a:spcPts val="0"/>
              </a:spcBef>
              <a:spcAft>
                <a:spcPts val="0"/>
              </a:spcAft>
              <a:buNone/>
            </a:pPr>
            <a:r>
              <a:t>- One-click integrated investigation with preserved certificate.</a:t>
            </a:r>
            <a:endParaRPr/>
          </a:p>
          <a:p xmlns:a="http://schemas.openxmlformats.org/drawingml/2006/main">
            <a:pPr marL="0" lvl="0" indent="0" algn="l">
              <a:spcBef>
                <a:spcPts val="0"/>
              </a:spcBef>
              <a:spcAft>
                <a:spcPts val="0"/>
              </a:spcAft>
              <a:buNone/>
            </a:pPr>
            <a:r>
              <a:t>- Available exact-expiry contracts table and expandable dataset-quality metadata.</a:t>
            </a:r>
            <a:endParaRPr/>
          </a:p>
          <a:p xmlns:a="http://schemas.openxmlformats.org/drawingml/2006/main">
            <a:pPr marL="0" lvl="0" indent="0" algn="l">
              <a:spcBef>
                <a:spcPts val="0"/>
              </a:spcBef>
              <a:spcAft>
                <a:spcPts val="0"/>
              </a:spcAft>
              <a:buNone/>
            </a:pPr>
            <a:r>
              <a:t>- Results surface verdict, execution feasibility, metrics, nested research outputs and complete backend assumptions.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Mirage Investigation implemented feature detail:</a:t>
            </a:r>
            <a:endParaRPr/>
          </a:p>
          <a:p xmlns:a="http://schemas.openxmlformats.org/drawingml/2006/main">
            <a:pPr marL="0" lvl="0" indent="0" algn="l">
              <a:spcBef>
                <a:spcPts val="0"/>
              </a:spcBef>
              <a:spcAft>
                <a:spcPts val="0"/>
              </a:spcAft>
              <a:buNone/>
            </a:pPr>
            <a:r>
              <a:t>- Integrated pipeline: normalized residual analysis, both futures curves, prior analogs, chronological replay, Red Team, Ghost Market and survival analysis.</a:t>
            </a:r>
            <a:endParaRPr/>
          </a:p>
          <a:p xmlns:a="http://schemas.openxmlformats.org/drawingml/2006/main">
            <a:pPr marL="0" lvl="0" indent="0" algn="l">
              <a:spcBef>
                <a:spcPts val="0"/>
              </a:spcBef>
              <a:spcAft>
                <a:spcPts val="0"/>
              </a:spcAft>
              <a:buNone/>
            </a:pPr>
            <a:r>
              <a:t>- Prospective full-policy gates for robust-score agreement, maturity/geographic/specification evidence, lifecycle, liquidity and stress medians.</a:t>
            </a:r>
            <a:endParaRPr/>
          </a:p>
          <a:p xmlns:a="http://schemas.openxmlformats.org/drawingml/2006/main">
            <a:pPr marL="0" lvl="0" indent="0" algn="l">
              <a:spcBef>
                <a:spcPts val="0"/>
              </a:spcBef>
              <a:spcAft>
                <a:spcPts val="0"/>
              </a:spcAft>
              <a:buNone/>
            </a:pPr>
            <a:r>
              <a:t>- A/B/C policy comparison on the same contracts, dates, capital, liquidity and cost/execution assumptions.</a:t>
            </a:r>
            <a:endParaRPr/>
          </a:p>
          <a:p xmlns:a="http://schemas.openxmlformats.org/drawingml/2006/main">
            <a:pPr marL="0" lvl="0" indent="0" algn="l">
              <a:spcBef>
                <a:spcPts val="0"/>
              </a:spcBef>
              <a:spcAft>
                <a:spcPts val="0"/>
              </a:spcAft>
              <a:buNone/>
            </a:pPr>
            <a:r>
              <a:t>- Typed stage results and stage-start/stage-completion/failure records.</a:t>
            </a:r>
            <a:endParaRPr/>
          </a:p>
          <a:p xmlns:a="http://schemas.openxmlformats.org/drawingml/2006/main">
            <a:pPr marL="0" lvl="0" indent="0" algn="l">
              <a:spcBef>
                <a:spcPts val="0"/>
              </a:spcBef>
              <a:spcAft>
                <a:spcPts val="0"/>
              </a:spcAft>
              <a:buNone/>
            </a:pPr>
            <a:r>
              <a:t>- Explicit verdicts: REJECTED, INSUFFICIENT EVIDENCE or SURVIVES MODELED TESTS; failed audits take precedence.</a:t>
            </a:r>
            <a:endParaRPr/>
          </a:p>
          <a:p xmlns:a="http://schemas.openxmlformats.org/drawingml/2006/main">
            <a:pPr marL="0" lvl="0" indent="0" algn="l">
              <a:spcBef>
                <a:spcPts val="0"/>
              </a:spcBef>
              <a:spcAft>
                <a:spcPts val="0"/>
              </a:spcAft>
              <a:buNone/>
            </a:pPr>
            <a:r>
              <a:t>- Conservative evidence gates include all 11 stress classes, evaluated audits, 30 completed held-out trades, positive held-out net P&amp;L, current candidate and no unresolved open position.</a:t>
            </a:r>
            <a:endParaRPr/>
          </a:p>
          <a:p xmlns:a="http://schemas.openxmlformats.org/drawingml/2006/main">
            <a:pPr marL="0" lvl="0" indent="0" algn="l">
              <a:spcBef>
                <a:spcPts val="0"/>
              </a:spcBef>
              <a:spcAft>
                <a:spcPts val="0"/>
              </a:spcAft>
              <a:buNone/>
            </a:pPr>
            <a:r>
              <a:t>- Records rejected signals, no-opportunity conclusions and insufficient evidence as valid research outcomes.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Contract Genome implemented feature detail:</a:t>
            </a:r>
            <a:endParaRPr/>
          </a:p>
          <a:p xmlns:a="http://schemas.openxmlformats.org/drawingml/2006/main">
            <a:pPr marL="0" lvl="0" indent="0" algn="l">
              <a:spcBef>
                <a:spcPts val="0"/>
              </a:spcBef>
              <a:spcAft>
                <a:spcPts val="0"/>
              </a:spcAft>
              <a:buNone/>
            </a:pPr>
            <a:r>
              <a:t>- Inspectable specification registry and observed exact contract identities/lifecycle coverage.</a:t>
            </a:r>
            <a:endParaRPr/>
          </a:p>
          <a:p xmlns:a="http://schemas.openxmlformats.org/drawingml/2006/main">
            <a:pPr marL="0" lvl="0" indent="0" algn="l">
              <a:spcBef>
                <a:spcPts val="0"/>
              </a:spcBef>
              <a:spcAft>
                <a:spcPts val="0"/>
              </a:spcAft>
              <a:buNone/>
            </a:pPr>
            <a:r>
              <a:t>- Expiry-contract-effective versions distinguish simultaneously traded contracts.</a:t>
            </a:r>
            <a:endParaRPr/>
          </a:p>
          <a:p xmlns:a="http://schemas.openxmlformats.org/drawingml/2006/main">
            <a:pPr marL="0" lvl="0" indent="0" algn="l">
              <a:spcBef>
                <a:spcPts val="0"/>
              </a:spcBef>
              <a:spcAft>
                <a:spcPts val="0"/>
              </a:spcAft>
              <a:buNone/>
            </a:pPr>
            <a:r>
              <a:t>- Four gold products with distinct lot size, quotation unit, purity and quote location.</a:t>
            </a:r>
            <a:endParaRPr/>
          </a:p>
          <a:p xmlns:a="http://schemas.openxmlformats.org/drawingml/2006/main">
            <a:pPr marL="0" lvl="0" indent="0" algn="l">
              <a:spcBef>
                <a:spcPts val="0"/>
              </a:spcBef>
              <a:spcAft>
                <a:spcPts val="0"/>
              </a:spcAft>
              <a:buNone/>
            </a:pPr>
            <a:r>
              <a:t>- Normalization, lot value, fine grams per lot and specification provenance flags.</a:t>
            </a:r>
            <a:endParaRPr/>
          </a:p>
          <a:p xmlns:a="http://schemas.openxmlformats.org/drawingml/2006/main">
            <a:pPr marL="0" lvl="0" indent="0" algn="l">
              <a:spcBef>
                <a:spcPts val="0"/>
              </a:spcBef>
              <a:spcAft>
                <a:spcPts val="0"/>
              </a:spcAft>
              <a:buNone/>
            </a:pPr>
            <a:r>
              <a:t>- Integer hedge minimizes residual fine-metal fraction within maximum lots and combined fully funded gross notional.</a:t>
            </a:r>
            <a:endParaRPr/>
          </a:p>
          <a:p xmlns:a="http://schemas.openxmlformats.org/drawingml/2006/main">
            <a:pPr marL="0" lvl="0" indent="0" algn="l">
              <a:spcBef>
                <a:spcPts val="0"/>
              </a:spcBef>
              <a:spcAft>
                <a:spcPts val="0"/>
              </a:spcAft>
              <a:buNone/>
            </a:pPr>
            <a:r>
              <a:t>- Residual fine grams, residual fraction and exact-metal-neutral indicator.</a:t>
            </a:r>
            <a:endParaRPr/>
          </a:p>
          <a:p xmlns:a="http://schemas.openxmlformats.org/drawingml/2006/main">
            <a:pPr marL="0" lvl="0" indent="0" algn="l">
              <a:spcBef>
                <a:spcPts val="0"/>
              </a:spcBef>
              <a:spcAft>
                <a:spcPts val="0"/>
              </a:spcAft>
              <a:buNone/>
            </a:pPr>
            <a:r>
              <a:t>- Lifecycle gating for verified spec, mode match, observation validity, listing date, tender start and expiry.</a:t>
            </a:r>
            <a:endParaRPr/>
          </a:p>
          <a:p xmlns:a="http://schemas.openxmlformats.org/drawingml/2006/main">
            <a:pPr marL="0" lvl="0" indent="0" algn="l">
              <a:spcBef>
                <a:spcPts val="0"/>
              </a:spcBef>
              <a:spcAft>
                <a:spcPts val="0"/>
              </a:spcAft>
              <a:buNone/>
            </a:pPr>
            <a:r>
              <a:t>- Separate fictional synthetic registry; unverified real provenance/calendar evidence blocks execution claims.</a:t>
            </a:r>
            <a:endParaRPr/>
          </a:p>
          <a:p xmlns:a="http://schemas.openxmlformats.org/drawingml/2006/main">
            <a:pPr marL="0" lvl="0" indent="0" algn="l">
              <a:spcBef>
                <a:spcPts val="0"/>
              </a:spcBef>
              <a:spcAft>
                <a:spcPts val="0"/>
              </a:spcAft>
              <a:buNone/>
            </a:pPr>
            <a:r>
              <a:t>- Real registry retains 12 reviewed official PDF versions plus four unverified baselines; original PDF byte hashes remain unavailable.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Evidence Center implemented feature detail:</a:t>
            </a:r>
            <a:endParaRPr/>
          </a:p>
          <a:p xmlns:a="http://schemas.openxmlformats.org/drawingml/2006/main">
            <a:pPr marL="0" lvl="0" indent="0" algn="l">
              <a:spcBef>
                <a:spcPts val="0"/>
              </a:spcBef>
              <a:spcAft>
                <a:spcPts val="0"/>
              </a:spcAft>
              <a:buNone/>
            </a:pPr>
            <a:r>
              <a:t>- Mode-filtered investigation history, saved-result selection and inspection.</a:t>
            </a:r>
            <a:endParaRPr/>
          </a:p>
          <a:p xmlns:a="http://schemas.openxmlformats.org/drawingml/2006/main">
            <a:pPr marL="0" lvl="0" indent="0" algn="l">
              <a:spcBef>
                <a:spcPts val="0"/>
              </a:spcBef>
              <a:spcAft>
                <a:spcPts val="0"/>
              </a:spcAft>
              <a:buNone/>
            </a:pPr>
            <a:r>
              <a:t>- JSON export of complete Evidence Certificate.</a:t>
            </a:r>
            <a:endParaRPr/>
          </a:p>
          <a:p xmlns:a="http://schemas.openxmlformats.org/drawingml/2006/main">
            <a:pPr marL="0" lvl="0" indent="0" algn="l">
              <a:spcBef>
                <a:spcPts val="0"/>
              </a:spcBef>
              <a:spcAft>
                <a:spcPts val="0"/>
              </a:spcAft>
              <a:buNone/>
            </a:pPr>
            <a:r>
              <a:t>- Configuration, exact contracts/expiries, source files/hashes, data quality, specification snapshot and historical cutoff.</a:t>
            </a:r>
            <a:endParaRPr/>
          </a:p>
          <a:p xmlns:a="http://schemas.openxmlformats.org/drawingml/2006/main">
            <a:pPr marL="0" lvl="0" indent="0" algn="l">
              <a:spcBef>
                <a:spcPts val="0"/>
              </a:spcBef>
              <a:spcAft>
                <a:spcPts val="0"/>
              </a:spcAft>
              <a:buNone/>
            </a:pPr>
            <a:r>
              <a:t>- Preserved canonical Parquet snapshot, seed, model version, code/specification/snapshot/result hashes.</a:t>
            </a:r>
            <a:endParaRPr/>
          </a:p>
          <a:p xmlns:a="http://schemas.openxmlformats.org/drawingml/2006/main">
            <a:pPr marL="0" lvl="0" indent="0" algn="l">
              <a:spcBef>
                <a:spcPts val="0"/>
              </a:spcBef>
              <a:spcAft>
                <a:spcPts val="0"/>
              </a:spcAft>
              <a:buNone/>
            </a:pPr>
            <a:r>
              <a:t>- All stage outputs, verdict, execution-feasibility status, cost assumptions, limitations and local ledger.</a:t>
            </a:r>
            <a:endParaRPr/>
          </a:p>
          <a:p xmlns:a="http://schemas.openxmlformats.org/drawingml/2006/main">
            <a:pPr marL="0" lvl="0" indent="0" algn="l">
              <a:spcBef>
                <a:spcPts val="0"/>
              </a:spcBef>
              <a:spcAft>
                <a:spcPts val="0"/>
              </a:spcAft>
              <a:buNone/>
            </a:pPr>
            <a:r>
              <a:t>- Request/planned-test/stage/conclusion/failure/reproduction history; count of prior similar experiments flags sample reuse.</a:t>
            </a:r>
            <a:endParaRPr/>
          </a:p>
          <a:p xmlns:a="http://schemas.openxmlformats.org/drawingml/2006/main">
            <a:pPr marL="0" lvl="0" indent="0" algn="l">
              <a:spcBef>
                <a:spcPts val="0"/>
              </a:spcBef>
              <a:spcAft>
                <a:spcPts val="0"/>
              </a:spcAft>
              <a:buNone/>
            </a:pPr>
            <a:r>
              <a:t>- One-click deterministic reproduction returns matching/nonmatching result hashes.</a:t>
            </a:r>
            <a:endParaRPr/>
          </a:p>
          <a:p xmlns:a="http://schemas.openxmlformats.org/drawingml/2006/main">
            <a:pPr marL="0" lvl="0" indent="0" algn="l">
              <a:spcBef>
                <a:spcPts val="0"/>
              </a:spcBef>
              <a:spcAft>
                <a:spcPts val="0"/>
              </a:spcAft>
              <a:buNone/>
            </a:pPr>
            <a:r>
              <a:t>- Reproduction refuses changed data snapshots, specification registries or engine code.</a:t>
            </a:r>
            <a:endParaRPr/>
          </a:p>
          <a:p xmlns:a="http://schemas.openxmlformats.org/drawingml/2006/main">
            <a:pPr marL="0" lvl="0" indent="0" algn="l">
              <a:spcBef>
                <a:spcPts val="0"/>
              </a:spcBef>
              <a:spcAft>
                <a:spcPts val="0"/>
              </a:spcAft>
              <a:buNone/>
            </a:pPr>
            <a:r>
              <a:t>- Local reproducibility and tamper detection are supported; externally anchored tamper resistance is not claimed.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Data Management implemented feature detail:</a:t>
            </a:r>
            <a:endParaRPr/>
          </a:p>
          <a:p xmlns:a="http://schemas.openxmlformats.org/drawingml/2006/main">
            <a:pPr marL="0" lvl="0" indent="0" algn="l">
              <a:spcBef>
                <a:spcPts val="0"/>
              </a:spcBef>
              <a:spcAft>
                <a:spcPts val="0"/>
              </a:spcAft>
              <a:buNone/>
            </a:pPr>
            <a:r>
              <a:t>- Batch upload CSV, XLS, XLSX and ZIP through the UI; backend also reads TSV and HTML tables disguised as XLS.</a:t>
            </a:r>
            <a:endParaRPr/>
          </a:p>
          <a:p xmlns:a="http://schemas.openxmlformats.org/drawingml/2006/main">
            <a:pPr marL="0" lvl="0" indent="0" algn="l">
              <a:spcBef>
                <a:spcPts val="0"/>
              </a:spcBef>
              <a:spcAft>
                <a:spcPts val="0"/>
              </a:spcAft>
              <a:buNone/>
            </a:pPr>
            <a:r>
              <a:t>- Explicit MDY/DMY source-date convention; separate requested, returned, observation and expiry dates.</a:t>
            </a:r>
            <a:endParaRPr/>
          </a:p>
          <a:p xmlns:a="http://schemas.openxmlformats.org/drawingml/2006/main">
            <a:pPr marL="0" lvl="0" indent="0" algn="l">
              <a:spcBef>
                <a:spcPts val="0"/>
              </a:spcBef>
              <a:spcAft>
                <a:spcPts val="0"/>
              </a:spcAft>
              <a:buNone/>
            </a:pPr>
            <a:r>
              <a:t>- Canonical OHLC/settlement/volume/OI/trading-value schema with source file, hash, timestamp, validity and mode.</a:t>
            </a:r>
            <a:endParaRPr/>
          </a:p>
          <a:p xmlns:a="http://schemas.openxmlformats.org/drawingml/2006/main">
            <a:pPr marL="0" lvl="0" indent="0" algn="l">
              <a:spcBef>
                <a:spcPts val="0"/>
              </a:spcBef>
              <a:spcAft>
                <a:spcPts val="0"/>
              </a:spcAft>
              <a:buNone/>
            </a:pPr>
            <a:r>
              <a:t>- Header aliases; restrict to supported gold futures; unsupported instruments/products counted as skipped.</a:t>
            </a:r>
            <a:endParaRPr/>
          </a:p>
          <a:p xmlns:a="http://schemas.openxmlformats.org/drawingml/2006/main">
            <a:pPr marL="0" lvl="0" indent="0" algn="l">
              <a:spcBef>
                <a:spcPts val="0"/>
              </a:spcBef>
              <a:spcAft>
                <a:spcPts val="0"/>
              </a:spcAft>
              <a:buNone/>
            </a:pPr>
            <a:r>
              <a:t>- Strict positive/finite price and OHLC checks; nonnegative integer liquidity; expiry/date validation.</a:t>
            </a:r>
            <a:endParaRPr/>
          </a:p>
          <a:p xmlns:a="http://schemas.openxmlformats.org/drawingml/2006/main">
            <a:pPr marL="0" lvl="0" indent="0" algn="l">
              <a:spcBef>
                <a:spcPts val="0"/>
              </a:spcBef>
              <a:spcAft>
                <a:spcPts val="0"/>
              </a:spcAft>
              <a:buNone/>
            </a:pPr>
            <a:r>
              <a:t>- Missing observations/prices remain missing; no silent forward filling or inferred holidays.</a:t>
            </a:r>
            <a:endParaRPr/>
          </a:p>
          <a:p xmlns:a="http://schemas.openxmlformats.org/drawingml/2006/main">
            <a:pPr marL="0" lvl="0" indent="0" algn="l">
              <a:spcBef>
                <a:spcPts val="0"/>
              </a:spcBef>
              <a:spcAft>
                <a:spcPts val="0"/>
              </a:spcAft>
              <a:buNone/>
            </a:pPr>
            <a:r>
              <a:t>- Exact duplicate handling, raw-file duplicate hashes and quarantine for conflicting records.</a:t>
            </a:r>
            <a:endParaRPr/>
          </a:p>
          <a:p xmlns:a="http://schemas.openxmlformats.org/drawingml/2006/main">
            <a:pPr marL="0" lvl="0" indent="0" algn="l">
              <a:spcBef>
                <a:spcPts val="0"/>
              </a:spcBef>
              <a:spcAft>
                <a:spcPts val="0"/>
              </a:spcAft>
              <a:buNone/>
            </a:pPr>
            <a:r>
              <a:t>- Annual-report rejection with preserved source bytes, file hashes and rejection reports.</a:t>
            </a:r>
            <a:endParaRPr/>
          </a:p>
          <a:p xmlns:a="http://schemas.openxmlformats.org/drawingml/2006/main">
            <a:pPr marL="0" lvl="0" indent="0" algn="l">
              <a:spcBef>
                <a:spcPts val="0"/>
              </a:spcBef>
              <a:spcAft>
                <a:spcPts val="0"/>
              </a:spcAft>
              <a:buNone/>
            </a:pPr>
            <a:r>
              <a:t>- DuckDB market-data source of truth and mode-specific Parquet snapshots.</a:t>
            </a:r>
            <a:endParaRPr/>
          </a:p>
          <a:p xmlns:a="http://schemas.openxmlformats.org/drawingml/2006/main">
            <a:pPr marL="0" lvl="0" indent="0" algn="l">
              <a:spcBef>
                <a:spcPts val="0"/>
              </a:spcBef>
              <a:spcAft>
                <a:spcPts val="0"/>
              </a:spcAft>
              <a:buNone/>
            </a:pPr>
            <a:r>
              <a:t>- Browse by dates/product/row limit, inspect query metadata and export displayed CSV.</a:t>
            </a:r>
            <a:endParaRPr/>
          </a:p>
          <a:p xmlns:a="http://schemas.openxmlformats.org/drawingml/2006/main">
            <a:pPr marL="0" lvl="0" indent="0" algn="l">
              <a:spcBef>
                <a:spcPts val="0"/>
              </a:spcBef>
              <a:spcAft>
                <a:spcPts val="0"/>
              </a:spcAft>
              <a:buNone/>
            </a:pPr>
            <a:r>
              <a:t>- Import/source-provenance history.</a:t>
            </a:r>
            <a:endParaRPr/>
          </a:p>
          <a:p xmlns:a="http://schemas.openxmlformats.org/drawingml/2006/main">
            <a:pPr marL="0" lvl="0" indent="0" algn="l">
              <a:spcBef>
                <a:spcPts val="0"/>
              </a:spcBef>
              <a:spcAft>
                <a:spcPts val="0"/>
              </a:spcAft>
              <a:buNone/>
            </a:pPr>
            <a:r>
              <a:t>- Seeded isolated synthetic generator; separate mode selection and persistent synthetic banner.</a:t>
            </a:r>
            <a:endParaRPr/>
          </a:p>
          <a:p xmlns:a="http://schemas.openxmlformats.org/drawingml/2006/main">
            <a:pPr marL="0" lvl="0" indent="0" algn="l">
              <a:spcBef>
                <a:spcPts val="0"/>
              </a:spcBef>
              <a:spcAft>
                <a:spcPts val="0"/>
              </a:spcAft>
              <a:buNone/>
            </a:pPr>
            <a:r>
              <a:t>- Bounded uploads, safe in-memory ZIP processing, traversal/symlink/encryption/nesting/expansion safeguards; no macros/scripts/formulas executed.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Settings implemented feature detail:</a:t>
            </a:r>
            <a:endParaRPr/>
          </a:p>
          <a:p xmlns:a="http://schemas.openxmlformats.org/drawingml/2006/main">
            <a:pPr marL="0" lvl="0" indent="0" algn="l">
              <a:spcBef>
                <a:spcPts val="0"/>
              </a:spcBef>
              <a:spcAft>
                <a:spcPts val="0"/>
              </a:spcAft>
              <a:buNone/>
            </a:pPr>
            <a:r>
              <a:t>- All-in cost bps, separate slippage and volatility stress.</a:t>
            </a:r>
            <a:endParaRPr/>
          </a:p>
          <a:p xmlns:a="http://schemas.openxmlformats.org/drawingml/2006/main">
            <a:pPr marL="0" lvl="0" indent="0" algn="l">
              <a:spcBef>
                <a:spcPts val="0"/>
              </a:spcBef>
              <a:spcAft>
                <a:spcPts val="0"/>
              </a:spcAft>
              <a:buNone/>
            </a:pPr>
            <a:r>
              <a:t>- Optional nonoverlapping effective-dated JSON fee schedules validated through the API.</a:t>
            </a:r>
            <a:endParaRPr/>
          </a:p>
          <a:p xmlns:a="http://schemas.openxmlformats.org/drawingml/2006/main">
            <a:pPr marL="0" lvl="0" indent="0" algn="l">
              <a:spcBef>
                <a:spcPts val="0"/>
              </a:spcBef>
              <a:spcAft>
                <a:spcPts val="0"/>
              </a:spcAft>
              <a:buNone/>
            </a:pPr>
            <a:r>
              <a:t>- Per-lot brokerage, exchange/regulatory bps, buy/sell taxes, GST and extra per-lot charges; selected by fill date.</a:t>
            </a:r>
            <a:endParaRPr/>
          </a:p>
          <a:p xmlns:a="http://schemas.openxmlformats.org/drawingml/2006/main">
            <a:pPr marL="0" lvl="0" indent="0" algn="l">
              <a:spcBef>
                <a:spcPts val="0"/>
              </a:spcBef>
              <a:spcAft>
                <a:spcPts val="0"/>
              </a:spcAft>
              <a:buNone/>
            </a:pPr>
            <a:r>
              <a:t>- Random seed, simulation paths and API request timeout.</a:t>
            </a:r>
            <a:endParaRPr/>
          </a:p>
          <a:p xmlns:a="http://schemas.openxmlformats.org/drawingml/2006/main">
            <a:pPr marL="0" lvl="0" indent="0" algn="l">
              <a:spcBef>
                <a:spcPts val="0"/>
              </a:spcBef>
              <a:spcAft>
                <a:spcPts val="0"/>
              </a:spcAft>
              <a:buNone/>
            </a:pPr>
            <a:r>
              <a:t>- Research API address and health-connection check.</a:t>
            </a:r>
            <a:endParaRPr/>
          </a:p>
          <a:p xmlns:a="http://schemas.openxmlformats.org/drawingml/2006/main">
            <a:pPr marL="0" lvl="0" indent="0" algn="l">
              <a:spcBef>
                <a:spcPts val="0"/>
              </a:spcBef>
              <a:spcAft>
                <a:spcPts val="0"/>
              </a:spcAft>
              <a:buNone/>
            </a:pPr>
            <a:r>
              <a:t>- Browser-session preference persistence.</a:t>
            </a:r>
            <a:endParaRPr/>
          </a:p>
          <a:p xmlns:a="http://schemas.openxmlformats.org/drawingml/2006/main">
            <a:pPr marL="0" lvl="0" indent="0" algn="l">
              <a:spcBef>
                <a:spcPts val="0"/>
              </a:spcBef>
              <a:spcAft>
                <a:spcPts val="0"/>
              </a:spcAft>
              <a:buNone/>
            </a:pPr>
            <a:r>
              <a:t>- Sidebar controls: real/synthetic mode, products, exact expiries, dates/cutoff, historical window, A/B/C policy and Z threshold.</a:t>
            </a:r>
            <a:endParaRPr/>
          </a:p>
          <a:p xmlns:a="http://schemas.openxmlformats.org/drawingml/2006/main">
            <a:pPr marL="0" lvl="0" indent="0" algn="l">
              <a:spcBef>
                <a:spcPts val="0"/>
              </a:spcBef>
              <a:spcAft>
                <a:spcPts val="0"/>
              </a:spcAft>
              <a:buNone/>
            </a:pPr>
            <a:r>
              <a:t>- Execution controls: capital, maximum lots, minimum volume/OI, holding period, entry delay and exit delay.</a:t>
            </a:r>
            <a:endParaRPr/>
          </a:p>
          <a:p xmlns:a="http://schemas.openxmlformats.org/drawingml/2006/main">
            <a:pPr marL="0" lvl="0" indent="0" algn="l">
              <a:spcBef>
                <a:spcPts val="0"/>
              </a:spcBef>
              <a:spcAft>
                <a:spcPts val="0"/>
              </a:spcAft>
              <a:buNone/>
            </a:pPr>
            <a:r>
              <a:t>- Result/configuration matching invalidates stale results after assumptions change.</a:t>
            </a:r>
            <a:endParaRPr/>
          </a:p>
          <a:p xmlns:a="http://schemas.openxmlformats.org/drawingml/2006/main">
            <a:pPr marL="0" lvl="0" indent="0" algn="l">
              <a:spcBef>
                <a:spcPts val="0"/>
              </a:spcBef>
              <a:spcAft>
                <a:spcPts val="0"/>
              </a:spcAft>
              <a:buNone/>
            </a:pPr>
            <a:r>
              <a:t>- No required LLM, paid API or collected model credentials.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Target users and revenue models are product hypotheses based on the prototype capabilities. No customer interviews, market size, revenue, pricing validation, competitive benchmarks or measured commercial traction were supplied. Proposed next validation: interview researchers, observe workflow trials, measure repeat use and willingness to pay.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 README.md Current limits and next work, docs/validation.md Status and remaining limitations. The roadmap items are not implemented claims. The application presently has no optional LLM integration, cointegration/error-correction model, calibrated predictive probabilities, causal alpha attribution, persistent cancellable job queue or order routing. Missing genuine daily observations and verified calendars block authentic historical evaluation.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docs/validation.md, executed validation dated 9 October 2026, and docs/data_sources.md. The deck reports documented prior checks, not a test rerun. Seed 42 synthetic demo: GOLDM/GOLDTEN, 2 January–10 September 2025, window 20, costs 5 bps plus slippage 2 bps, 500 paths. Policy C rejected 17 sessions, no trades. A/B each completed six synthetic trades; gross INR 46,548.671, modeled costs INR 15,234.869, net INR 31,313.802, including two held-out synthetic trades with INR 11,218.268 net. These generated results are software demonstrations only. Five prior analogs were retrieved. The final real-mode investigation had zero observations. Eleven stress classes and twenty-one audit checks are described in the feature inventory and application. Reproduction of the preserved snapshot returned matching result hashes. Test coverage includes independent P&amp;L fixtures, Hypothesis symmetry, strict dates, version changes, lifecycle blocks, future/holdout mutations, no same-session fill, missing Opens, bootstrap dependence, sensitivity, analog cutoffs, snapshot tampering and the 13-page UI.</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audit_basis:</a:t>
            </a:r>
            <a:endParaRPr/>
          </a:p>
          <a:p xmlns:a="http://schemas.openxmlformats.org/drawingml/2006/main">
            <a:pPr marL="0" lvl="0" indent="0" algn="l">
              <a:spcBef>
                <a:spcPts val="0"/>
              </a:spcBef>
              <a:spcAft>
                <a:spcPts val="0"/>
              </a:spcAft>
              <a:buNone/>
            </a:pPr>
            <a:r>
              <a:t>"Read frontend/app.py, backend models and research services, README.md and docs/data_sources.md, methodology.md, validation.md. Code read only; no tests rerun for this audit."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stress_classes:</a:t>
            </a:r>
            <a:endParaRPr/>
          </a:p>
          <a:p xmlns:a="http://schemas.openxmlformats.org/drawingml/2006/main">
            <a:pPr marL="0" lvl="0" indent="0" algn="l">
              <a:spcBef>
                <a:spcPts val="0"/>
              </a:spcBef>
              <a:spcAft>
                <a:spcPts val="0"/>
              </a:spcAft>
              <a:buNone/>
            </a:pPr>
            <a:r>
              <a:t>[</a:t>
            </a:r>
            <a:endParaRPr/>
          </a:p>
          <a:p xmlns:a="http://schemas.openxmlformats.org/drawingml/2006/main">
            <a:pPr marL="0" lvl="0" indent="0" algn="l">
              <a:spcBef>
                <a:spcPts val="0"/>
              </a:spcBef>
              <a:spcAft>
                <a:spcPts val="0"/>
              </a:spcAft>
              <a:buNone/>
            </a:pPr>
            <a:r>
              <a:t>  "Base paired bootstrap",</a:t>
            </a:r>
            <a:endParaRPr/>
          </a:p>
          <a:p xmlns:a="http://schemas.openxmlformats.org/drawingml/2006/main">
            <a:pPr marL="0" lvl="0" indent="0" algn="l">
              <a:spcBef>
                <a:spcPts val="0"/>
              </a:spcBef>
              <a:spcAft>
                <a:spcPts val="0"/>
              </a:spcAft>
              <a:buNone/>
            </a:pPr>
            <a:r>
              <a:t>  "Increased transaction costs",</a:t>
            </a:r>
            <a:endParaRPr/>
          </a:p>
          <a:p xmlns:a="http://schemas.openxmlformats.org/drawingml/2006/main">
            <a:pPr marL="0" lvl="0" indent="0" algn="l">
              <a:spcBef>
                <a:spcPts val="0"/>
              </a:spcBef>
              <a:spcAft>
                <a:spcPts val="0"/>
              </a:spcAft>
              <a:buNone/>
            </a:pPr>
            <a:r>
              <a:t>  "Execution slippage",</a:t>
            </a:r>
            <a:endParaRPr/>
          </a:p>
          <a:p xmlns:a="http://schemas.openxmlformats.org/drawingml/2006/main">
            <a:pPr marL="0" lvl="0" indent="0" algn="l">
              <a:spcBef>
                <a:spcPts val="0"/>
              </a:spcBef>
              <a:spcAft>
                <a:spcPts val="0"/>
              </a:spcAft>
              <a:buNone/>
            </a:pPr>
            <a:r>
              <a:t>  "Delayed entries",</a:t>
            </a:r>
            <a:endParaRPr/>
          </a:p>
          <a:p xmlns:a="http://schemas.openxmlformats.org/drawingml/2006/main">
            <a:pPr marL="0" lvl="0" indent="0" algn="l">
              <a:spcBef>
                <a:spcPts val="0"/>
              </a:spcBef>
              <a:spcAft>
                <a:spcPts val="0"/>
              </a:spcAft>
              <a:buNone/>
            </a:pPr>
            <a:r>
              <a:t>  "Delayed exits",</a:t>
            </a:r>
            <a:endParaRPr/>
          </a:p>
          <a:p xmlns:a="http://schemas.openxmlformats.org/drawingml/2006/main">
            <a:pPr marL="0" lvl="0" indent="0" algn="l">
              <a:spcBef>
                <a:spcPts val="0"/>
              </a:spcBef>
              <a:spcAft>
                <a:spcPts val="0"/>
              </a:spcAft>
              <a:buNone/>
            </a:pPr>
            <a:r>
              <a:t>  "Higher gold volatility",</a:t>
            </a:r>
            <a:endParaRPr/>
          </a:p>
          <a:p xmlns:a="http://schemas.openxmlformats.org/drawingml/2006/main">
            <a:pPr marL="0" lvl="0" indent="0" algn="l">
              <a:spcBef>
                <a:spcPts val="0"/>
              </a:spcBef>
              <a:spcAft>
                <a:spcPts val="0"/>
              </a:spcAft>
              <a:buNone/>
            </a:pPr>
            <a:r>
              <a:t>  "Correlated adverse movements",</a:t>
            </a:r>
            <a:endParaRPr/>
          </a:p>
          <a:p xmlns:a="http://schemas.openxmlformats.org/drawingml/2006/main">
            <a:pPr marL="0" lvl="0" indent="0" algn="l">
              <a:spcBef>
                <a:spcPts val="0"/>
              </a:spcBef>
              <a:spcAft>
                <a:spcPts val="0"/>
              </a:spcAft>
              <a:buNone/>
            </a:pPr>
            <a:r>
              <a:t>  "Residual spread expansion",</a:t>
            </a:r>
            <a:endParaRPr/>
          </a:p>
          <a:p xmlns:a="http://schemas.openxmlformats.org/drawingml/2006/main">
            <a:pPr marL="0" lvl="0" indent="0" algn="l">
              <a:spcBef>
                <a:spcPts val="0"/>
              </a:spcBef>
              <a:spcAft>
                <a:spcPts val="0"/>
              </a:spcAft>
              <a:buNone/>
            </a:pPr>
            <a:r>
              <a:t>  "Thin liquidity",</a:t>
            </a:r>
            <a:endParaRPr/>
          </a:p>
          <a:p xmlns:a="http://schemas.openxmlformats.org/drawingml/2006/main">
            <a:pPr marL="0" lvl="0" indent="0" algn="l">
              <a:spcBef>
                <a:spcPts val="0"/>
              </a:spcBef>
              <a:spcAft>
                <a:spcPts val="0"/>
              </a:spcAft>
              <a:buNone/>
            </a:pPr>
            <a:r>
              <a:t>  "Contract expiry restrictions",</a:t>
            </a:r>
            <a:endParaRPr/>
          </a:p>
          <a:p xmlns:a="http://schemas.openxmlformats.org/drawingml/2006/main">
            <a:pPr marL="0" lvl="0" indent="0" algn="l">
              <a:spcBef>
                <a:spcPts val="0"/>
              </a:spcBef>
              <a:spcAft>
                <a:spcPts val="0"/>
              </a:spcAft>
              <a:buNone/>
            </a:pPr>
            <a:r>
              <a:t>  "Combined stress"</a:t>
            </a:r>
            <a:endParaRPr/>
          </a:p>
          <a:p xmlns:a="http://schemas.openxmlformats.org/drawingml/2006/main">
            <a:pPr marL="0" lvl="0" indent="0" algn="l">
              <a:spcBef>
                <a:spcPts val="0"/>
              </a:spcBef>
              <a:spcAft>
                <a:spcPts val="0"/>
              </a:spcAft>
              <a:buNone/>
            </a:pPr>
            <a:r>
              <a: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audit_checks:</a:t>
            </a:r>
            <a:endParaRPr/>
          </a:p>
          <a:p xmlns:a="http://schemas.openxmlformats.org/drawingml/2006/main">
            <a:pPr marL="0" lvl="0" indent="0" algn="l">
              <a:spcBef>
                <a:spcPts val="0"/>
              </a:spcBef>
              <a:spcAft>
                <a:spcPts val="0"/>
              </a:spcAft>
              <a:buNone/>
            </a:pPr>
            <a:r>
              <a:t>[</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"id": "DATE",</a:t>
            </a:r>
            <a:endParaRPr/>
          </a:p>
          <a:p xmlns:a="http://schemas.openxmlformats.org/drawingml/2006/main">
            <a:pPr marL="0" lvl="0" indent="0" algn="l">
              <a:spcBef>
                <a:spcPts val="0"/>
              </a:spcBef>
              <a:spcAft>
                <a:spcPts val="0"/>
              </a:spcAft>
              <a:buNone/>
            </a:pPr>
            <a:r>
              <a:t>    "name": "Actual-date parsing and requested/returned mismatch"</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"id": "PURITY",</a:t>
            </a:r>
            <a:endParaRPr/>
          </a:p>
          <a:p xmlns:a="http://schemas.openxmlformats.org/drawingml/2006/main">
            <a:pPr marL="0" lvl="0" indent="0" algn="l">
              <a:spcBef>
                <a:spcPts val="0"/>
              </a:spcBef>
              <a:spcAft>
                <a:spcPts val="0"/>
              </a:spcAft>
              <a:buNone/>
            </a:pPr>
            <a:r>
              <a:t>    "name": "Purity normalization"</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"id": "QUOTATION",</a:t>
            </a:r>
            <a:endParaRPr/>
          </a:p>
          <a:p xmlns:a="http://schemas.openxmlformats.org/drawingml/2006/main">
            <a:pPr marL="0" lvl="0" indent="0" algn="l">
              <a:spcBef>
                <a:spcPts val="0"/>
              </a:spcBef>
              <a:spcAft>
                <a:spcPts val="0"/>
              </a:spcAft>
              <a:buNone/>
            </a:pPr>
            <a:r>
              <a:t>    "name": "Quotation versus trading units"</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"id": "INTEGER",</a:t>
            </a:r>
            <a:endParaRPr/>
          </a:p>
          <a:p xmlns:a="http://schemas.openxmlformats.org/drawingml/2006/main">
            <a:pPr marL="0" lvl="0" indent="0" algn="l">
              <a:spcBef>
                <a:spcPts val="0"/>
              </a:spcBef>
              <a:spcAft>
                <a:spcPts val="0"/>
              </a:spcAft>
              <a:buNone/>
            </a:pPr>
            <a:r>
              <a:t>    "name": "Integer lot quantities"</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"id": "EXPIRY",</a:t>
            </a:r>
            <a:endParaRPr/>
          </a:p>
          <a:p xmlns:a="http://schemas.openxmlformats.org/drawingml/2006/main">
            <a:pPr marL="0" lvl="0" indent="0" algn="l">
              <a:spcBef>
                <a:spcPts val="0"/>
              </a:spcBef>
              <a:spcAft>
                <a:spcPts val="0"/>
              </a:spcAft>
              <a:buNone/>
            </a:pPr>
            <a:r>
              <a:t>    "name": "Exact expiry matching"</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"id": "ROLL",</a:t>
            </a:r>
            <a:endParaRPr/>
          </a:p>
          <a:p xmlns:a="http://schemas.openxmlformats.org/drawingml/2006/main">
            <a:pPr marL="0" lvl="0" indent="0" algn="l">
              <a:spcBef>
                <a:spcPts val="0"/>
              </a:spcBef>
              <a:spcAft>
                <a:spcPts val="0"/>
              </a:spcAft>
              <a:buNone/>
            </a:pPr>
            <a:r>
              <a:t>    "name": "Contract-roll contamination"</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"id": "FUTURE",</a:t>
            </a:r>
            <a:endParaRPr/>
          </a:p>
          <a:p xmlns:a="http://schemas.openxmlformats.org/drawingml/2006/main">
            <a:pPr marL="0" lvl="0" indent="0" algn="l">
              <a:spcBef>
                <a:spcPts val="0"/>
              </a:spcBef>
              <a:spcAft>
                <a:spcPts val="0"/>
              </a:spcAft>
              <a:buNone/>
            </a:pPr>
            <a:r>
              <a:t>    "name": "Future-data leakage"</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"id": "SAME_DAY",</a:t>
            </a:r>
            <a:endParaRPr/>
          </a:p>
          <a:p xmlns:a="http://schemas.openxmlformats.org/drawingml/2006/main">
            <a:pPr marL="0" lvl="0" indent="0" algn="l">
              <a:spcBef>
                <a:spcPts val="0"/>
              </a:spcBef>
              <a:spcAft>
                <a:spcPts val="0"/>
              </a:spcAft>
              <a:buNone/>
            </a:pPr>
            <a:r>
              <a:t>    "name": "Signal precedes Open fill"</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"id": "SOURCE",</a:t>
            </a:r>
            <a:endParaRPr/>
          </a:p>
          <a:p xmlns:a="http://schemas.openxmlformats.org/drawingml/2006/main">
            <a:pPr marL="0" lvl="0" indent="0" algn="l">
              <a:spcBef>
                <a:spcPts val="0"/>
              </a:spcBef>
              <a:spcAft>
                <a:spcPts val="0"/>
              </a:spcAft>
              <a:buNone/>
            </a:pPr>
            <a:r>
              <a:t>    "name": "Actual execution-source Open"</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"id": "DELIVERY",</a:t>
            </a:r>
            <a:endParaRPr/>
          </a:p>
          <a:p xmlns:a="http://schemas.openxmlformats.org/drawingml/2006/main">
            <a:pPr marL="0" lvl="0" indent="0" algn="l">
              <a:spcBef>
                <a:spcPts val="0"/>
              </a:spcBef>
              <a:spcAft>
                <a:spcPts val="0"/>
              </a:spcAft>
              <a:buNone/>
            </a:pPr>
            <a:r>
              <a:t>    "name": "Lifecycle/delivery restrictions"</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"id": "COST",</a:t>
            </a:r>
            <a:endParaRPr/>
          </a:p>
          <a:p xmlns:a="http://schemas.openxmlformats.org/drawingml/2006/main">
            <a:pPr marL="0" lvl="0" indent="0" algn="l">
              <a:spcBef>
                <a:spcPts val="0"/>
              </a:spcBef>
              <a:spcAft>
                <a:spcPts val="0"/>
              </a:spcAft>
              <a:buNone/>
            </a:pPr>
            <a:r>
              <a:t>    "name": "All-leg entry/exit fees and slippage"</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"id": "ATTRIBUTION",</a:t>
            </a:r>
            <a:endParaRPr/>
          </a:p>
          <a:p xmlns:a="http://schemas.openxmlformats.org/drawingml/2006/main">
            <a:pPr marL="0" lvl="0" indent="0" algn="l">
              <a:spcBef>
                <a:spcPts val="0"/>
              </a:spcBef>
              <a:spcAft>
                <a:spcPts val="0"/>
              </a:spcAft>
              <a:buNone/>
            </a:pPr>
            <a:r>
              <a:t>    "name": "P&amp;L and attribution reconciliation"</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"id": "LIQUIDITY",</a:t>
            </a:r>
            <a:endParaRPr/>
          </a:p>
          <a:p xmlns:a="http://schemas.openxmlformats.org/drawingml/2006/main">
            <a:pPr marL="0" lvl="0" indent="0" algn="l">
              <a:spcBef>
                <a:spcPts val="0"/>
              </a:spcBef>
              <a:spcAft>
                <a:spcPts val="0"/>
              </a:spcAft>
              <a:buNone/>
            </a:pPr>
            <a:r>
              <a:t>    "name": "Declared liquidity screens"</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"id": "SNOOPING",</a:t>
            </a:r>
            <a:endParaRPr/>
          </a:p>
          <a:p xmlns:a="http://schemas.openxmlformats.org/drawingml/2006/main">
            <a:pPr marL="0" lvl="0" indent="0" algn="l">
              <a:spcBef>
                <a:spcPts val="0"/>
              </a:spcBef>
              <a:spcAft>
                <a:spcPts val="0"/>
              </a:spcAft>
              <a:buNone/>
            </a:pPr>
            <a:r>
              <a:t>    "name": "Local experiment recording"</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"id": "RETUNING",</a:t>
            </a:r>
            <a:endParaRPr/>
          </a:p>
          <a:p xmlns:a="http://schemas.openxmlformats.org/drawingml/2006/main">
            <a:pPr marL="0" lvl="0" indent="0" algn="l">
              <a:spcBef>
                <a:spcPts val="0"/>
              </a:spcBef>
              <a:spcAft>
                <a:spcPts val="0"/>
              </a:spcAft>
              <a:buNone/>
            </a:pPr>
            <a:r>
              <a:t>    "name": "Frozen holdout parameters and reuse"</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"id": "CONFIDENCE",</a:t>
            </a:r>
            <a:endParaRPr/>
          </a:p>
          <a:p xmlns:a="http://schemas.openxmlformats.org/drawingml/2006/main">
            <a:pPr marL="0" lvl="0" indent="0" algn="l">
              <a:spcBef>
                <a:spcPts val="0"/>
              </a:spcBef>
              <a:spcAft>
                <a:spcPts val="0"/>
              </a:spcAft>
              <a:buNone/>
            </a:pPr>
            <a:r>
              <a:t>    "name": "Held-out outcome count"</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"id": "NEUTRALITY",</a:t>
            </a:r>
            <a:endParaRPr/>
          </a:p>
          <a:p xmlns:a="http://schemas.openxmlformats.org/drawingml/2006/main">
            <a:pPr marL="0" lvl="0" indent="0" algn="l">
              <a:spcBef>
                <a:spcPts val="0"/>
              </a:spcBef>
              <a:spcAft>
                <a:spcPts val="0"/>
              </a:spcAft>
              <a:buNone/>
            </a:pPr>
            <a:r>
              <a:t>    "name": "Residual fine-metal exposure"</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"id": "SAMPLE",</a:t>
            </a:r>
            <a:endParaRPr/>
          </a:p>
          <a:p xmlns:a="http://schemas.openxmlformats.org/drawingml/2006/main">
            <a:pPr marL="0" lvl="0" indent="0" algn="l">
              <a:spcBef>
                <a:spcPts val="0"/>
              </a:spcBef>
              <a:spcAft>
                <a:spcPts val="0"/>
              </a:spcAft>
              <a:buNone/>
            </a:pPr>
            <a:r>
              <a:t>    "name": "Minimum estimation sample"</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"id": "GEOGRAPHY",</a:t>
            </a:r>
            <a:endParaRPr/>
          </a:p>
          <a:p xmlns:a="http://schemas.openxmlformats.org/drawingml/2006/main">
            <a:pPr marL="0" lvl="0" indent="0" algn="l">
              <a:spcBef>
                <a:spcPts val="0"/>
              </a:spcBef>
              <a:spcAft>
                <a:spcPts val="0"/>
              </a:spcAft>
              <a:buNone/>
            </a:pPr>
            <a:r>
              <a:t>    "name": "Quote-location compatibility"</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"id": "IMPUTATION",</a:t>
            </a:r>
            <a:endParaRPr/>
          </a:p>
          <a:p xmlns:a="http://schemas.openxmlformats.org/drawingml/2006/main">
            <a:pPr marL="0" lvl="0" indent="0" algn="l">
              <a:spcBef>
                <a:spcPts val="0"/>
              </a:spcBef>
              <a:spcAft>
                <a:spcPts val="0"/>
              </a:spcAft>
              <a:buNone/>
            </a:pPr>
            <a:r>
              <a:t>    "name": "No silently substituted prices"</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    "id": "SYNTHETIC",</a:t>
            </a:r>
            <a:endParaRPr/>
          </a:p>
          <a:p xmlns:a="http://schemas.openxmlformats.org/drawingml/2006/main">
            <a:pPr marL="0" lvl="0" indent="0" algn="l">
              <a:spcBef>
                <a:spcPts val="0"/>
              </a:spcBef>
              <a:spcAft>
                <a:spcPts val="0"/>
              </a:spcAft>
              <a:buNone/>
            </a:pPr>
            <a:r>
              <a:t>    "name": "Real/synthetic separation"</a:t>
            </a:r>
            <a:endParaRPr/>
          </a:p>
          <a:p xmlns:a="http://schemas.openxmlformats.org/drawingml/2006/main">
            <a:pPr marL="0" lvl="0" indent="0" algn="l">
              <a:spcBef>
                <a:spcPts val="0"/>
              </a:spcBef>
              <a:spcAft>
                <a:spcPts val="0"/>
              </a:spcAft>
              <a:buNone/>
            </a:pPr>
            <a:r>
              <a:t>  }</a:t>
            </a:r>
            <a:endParaRPr/>
          </a:p>
          <a:p xmlns:a="http://schemas.openxmlformats.org/drawingml/2006/main">
            <a:pPr marL="0" lvl="0" indent="0" algn="l">
              <a:spcBef>
                <a:spcPts val="0"/>
              </a:spcBef>
              <a:spcAft>
                <a:spcPts val="0"/>
              </a:spcAft>
              <a:buNone/>
            </a:pPr>
            <a:r>
              <a: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AURUM X. Team leader: Harshit Srivastava. Members: Sameeksha Verma and Ritish Yadav. Demonstrate the pipeline with clearly labeled synthetic data and inspect the evidence certificate. No real MCX trading edge has been established.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b48cb814da4fb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0803694a9584bf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0ea1d1303da4f0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0895e2a4de94c1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4245de9fdff4c9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6713147e0f5401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8779f395ef0493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174fe83fb1846b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b19daa6d8dd47a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ee82ffe93034d2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064ca63d4e0744a6" /></Relationships>
</file>

<file path=ppt/slideLayouts/slideLayout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2" name="Google Shape;12;p2">
            <a:extLst xmlns:a="http://schemas.openxmlformats.org/drawingml/2006/main">
              <a:ext uri="{FF2B5EF4-FFF2-40B4-BE49-F238E27FC236}">
                <a16:creationId xmlns:a16="http://schemas.microsoft.com/office/drawing/2014/main" id="{7073534E-7DD6-4C86-BA2C-AD471E1D13D0}"/>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3" name="Google Shape;13;p2">
            <a:extLst xmlns:a="http://schemas.openxmlformats.org/drawingml/2006/main">
              <a:ext uri="{FF2B5EF4-FFF2-40B4-BE49-F238E27FC236}">
                <a16:creationId xmlns:a16="http://schemas.microsoft.com/office/drawing/2014/main" id="{27F69662-F0CF-4479-8837-773C5BD880C4}"/>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4" name="Google Shape;14;p2">
            <a:extLst xmlns:a="http://schemas.openxmlformats.org/drawingml/2006/main">
              <a:ext uri="{FF2B5EF4-FFF2-40B4-BE49-F238E27FC236}">
                <a16:creationId xmlns:a16="http://schemas.microsoft.com/office/drawing/2014/main" id="{AC336D8D-3934-444B-B34D-A07D2560F2F5}"/>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3D65908E-A605-4259-AB7F-748BB9346B22}"/>
              </a:ext>
            </a:extLst>
          </p:cNvPr>
          <p:cNvSpPr>
            <a:spLocks xmlns:a="http://schemas.openxmlformats.org/drawingml/2006/main" noGrp="1"/>
          </p:cNvSpPr>
          <p:nvPr>
            <p:ph type="ctrTitle" idx="0"/>
          </p:nvPr>
        </p:nvSpPr>
        <p:spPr>
          <a:xfrm xmlns:a="http://schemas.openxmlformats.org/drawingml/2006/main">
            <a:off x="685800" y="2130425"/>
            <a:ext cx="7772400" cy="147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17" name="Google Shape;17;p3">
            <a:extLst xmlns:a="http://schemas.openxmlformats.org/drawingml/2006/main">
              <a:ext uri="{FF2B5EF4-FFF2-40B4-BE49-F238E27FC236}">
                <a16:creationId xmlns:a16="http://schemas.microsoft.com/office/drawing/2014/main" id="{41A77051-2267-4D1A-BC82-FD77C8355A3A}"/>
              </a:ext>
            </a:extLst>
          </p:cNvPr>
          <p:cNvSpPr>
            <a:spLocks xmlns:a="http://schemas.openxmlformats.org/drawingml/2006/main" noGrp="1"/>
          </p:cNvSpPr>
          <p:nvPr>
            <p:ph type="subTitle" idx="1"/>
          </p:nvPr>
        </p:nvSpPr>
        <p:spPr>
          <a:xfrm xmlns:a="http://schemas.openxmlformats.org/drawingml/2006/main">
            <a:off x="1371600" y="3886200"/>
            <a:ext cx="6400800" cy="17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spcBef>
                <a:spcPts val="640"/>
              </a:spcBef>
              <a:spcAft>
                <a:spcPts val="0"/>
              </a:spcAft>
              <a:buClr>
                <a:srgbClr val="888888"/>
              </a:buClr>
              <a:buSzPts val="3200"/>
              <a:buNone/>
              <a:defRPr>
                <a:solidFill>
                  <a:srgbClr val="888888"/>
                </a:solidFill>
              </a:defRPr>
            </a:lvl1pPr>
            <a:lvl2pPr algn="ctr">
              <a:spcBef>
                <a:spcPts val="560"/>
              </a:spcBef>
              <a:spcAft>
                <a:spcPts val="0"/>
              </a:spcAft>
              <a:buClr>
                <a:srgbClr val="888888"/>
              </a:buClr>
              <a:buSzPts val="2800"/>
              <a:buNone/>
              <a:defRPr>
                <a:solidFill>
                  <a:srgbClr val="888888"/>
                </a:solidFill>
              </a:defRPr>
            </a:lvl2pPr>
            <a:lvl3pPr algn="ctr">
              <a:spcBef>
                <a:spcPts val="480"/>
              </a:spcBef>
              <a:spcAft>
                <a:spcPts val="0"/>
              </a:spcAft>
              <a:buClr>
                <a:srgbClr val="888888"/>
              </a:buClr>
              <a:buSzPts val="2400"/>
              <a:buNone/>
              <a:defRPr>
                <a:solidFill>
                  <a:srgbClr val="888888"/>
                </a:solidFill>
              </a:defRPr>
            </a:lvl3pPr>
            <a:lvl4pPr algn="ctr">
              <a:spcBef>
                <a:spcPts val="400"/>
              </a:spcBef>
              <a:spcAft>
                <a:spcPts val="0"/>
              </a:spcAft>
              <a:buClr>
                <a:srgbClr val="888888"/>
              </a:buClr>
              <a:buSzPts val="2000"/>
              <a:buNone/>
              <a:defRPr>
                <a:solidFill>
                  <a:srgbClr val="888888"/>
                </a:solidFill>
              </a:defRPr>
            </a:lvl4pPr>
            <a:lvl5pPr algn="ctr">
              <a:spcBef>
                <a:spcPts val="400"/>
              </a:spcBef>
              <a:spcAft>
                <a:spcPts val="0"/>
              </a:spcAft>
              <a:buClr>
                <a:srgbClr val="888888"/>
              </a:buClr>
              <a:buSzPts val="2000"/>
              <a:buNone/>
              <a:defRPr>
                <a:solidFill>
                  <a:srgbClr val="888888"/>
                </a:solidFill>
              </a:defRPr>
            </a:lvl5pPr>
            <a:lvl6pPr algn="ctr">
              <a:spcBef>
                <a:spcPts val="400"/>
              </a:spcBef>
              <a:spcAft>
                <a:spcPts val="0"/>
              </a:spcAft>
              <a:buClr>
                <a:srgbClr val="888888"/>
              </a:buClr>
              <a:buSzPts val="2000"/>
              <a:buNone/>
              <a:defRPr>
                <a:solidFill>
                  <a:srgbClr val="888888"/>
                </a:solidFill>
              </a:defRPr>
            </a:lvl6pPr>
            <a:lvl7pPr algn="ctr">
              <a:spcBef>
                <a:spcPts val="400"/>
              </a:spcBef>
              <a:spcAft>
                <a:spcPts val="0"/>
              </a:spcAft>
              <a:buClr>
                <a:srgbClr val="888888"/>
              </a:buClr>
              <a:buSzPts val="2000"/>
              <a:buNone/>
              <a:defRPr>
                <a:solidFill>
                  <a:srgbClr val="888888"/>
                </a:solidFill>
              </a:defRPr>
            </a:lvl7pPr>
            <a:lvl8pPr algn="ctr">
              <a:spcBef>
                <a:spcPts val="400"/>
              </a:spcBef>
              <a:spcAft>
                <a:spcPts val="0"/>
              </a:spcAft>
              <a:buClr>
                <a:srgbClr val="888888"/>
              </a:buClr>
              <a:buSzPts val="2000"/>
              <a:buNone/>
              <a:defRPr>
                <a:solidFill>
                  <a:srgbClr val="888888"/>
                </a:solidFill>
              </a:defRPr>
            </a:lvl8pPr>
            <a:lvl9pPr algn="ctr">
              <a:spcBef>
                <a:spcPts val="400"/>
              </a:spcBef>
              <a:spcAft>
                <a:spcPts val="0"/>
              </a:spcAft>
              <a:buClr>
                <a:srgbClr val="888888"/>
              </a:buClr>
              <a:buSzPts val="2000"/>
              <a:buNone/>
              <a:defRPr>
                <a:solidFill>
                  <a:srgbClr val="888888"/>
                </a:solidFill>
              </a:defRPr>
            </a:lvl9pPr>
          </a:lstStyle>
          <a:p xmlns:a="http://schemas.openxmlformats.org/drawingml/2006/main"/>
        </p:txBody>
      </p:sp>
      <p:sp>
        <p:nvSpPr>
          <p:cNvPr id="18" name="Google Shape;18;p3">
            <a:extLst xmlns:a="http://schemas.openxmlformats.org/drawingml/2006/main">
              <a:ext uri="{FF2B5EF4-FFF2-40B4-BE49-F238E27FC236}">
                <a16:creationId xmlns:a16="http://schemas.microsoft.com/office/drawing/2014/main" id="{76FAA610-A83C-4E6D-BFBA-F861AC1D74FD}"/>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9" name="Google Shape;19;p3">
            <a:extLst xmlns:a="http://schemas.openxmlformats.org/drawingml/2006/main">
              <a:ext uri="{FF2B5EF4-FFF2-40B4-BE49-F238E27FC236}">
                <a16:creationId xmlns:a16="http://schemas.microsoft.com/office/drawing/2014/main" id="{B23F79FE-38B4-47C3-8F2F-94C153976372}"/>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0" name="Google Shape;20;p3">
            <a:extLst xmlns:a="http://schemas.openxmlformats.org/drawingml/2006/main">
              <a:ext uri="{FF2B5EF4-FFF2-40B4-BE49-F238E27FC236}">
                <a16:creationId xmlns:a16="http://schemas.microsoft.com/office/drawing/2014/main" id="{538E83EE-E39C-4B62-BADF-454AE5259CF3}"/>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2" name="Google Shape;22;p4">
            <a:extLst xmlns:a="http://schemas.openxmlformats.org/drawingml/2006/main">
              <a:ext uri="{FF2B5EF4-FFF2-40B4-BE49-F238E27FC236}">
                <a16:creationId xmlns:a16="http://schemas.microsoft.com/office/drawing/2014/main" id="{1259B57B-3F77-4F56-9F7D-41613265D611}"/>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23" name="Google Shape;23;p4">
            <a:extLst xmlns:a="http://schemas.openxmlformats.org/drawingml/2006/main">
              <a:ext uri="{FF2B5EF4-FFF2-40B4-BE49-F238E27FC236}">
                <a16:creationId xmlns:a16="http://schemas.microsoft.com/office/drawing/2014/main" id="{D3E3DD9E-DFE8-487E-8934-693A4D384C92}"/>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24" name="Google Shape;24;p4">
            <a:extLst xmlns:a="http://schemas.openxmlformats.org/drawingml/2006/main">
              <a:ext uri="{FF2B5EF4-FFF2-40B4-BE49-F238E27FC236}">
                <a16:creationId xmlns:a16="http://schemas.microsoft.com/office/drawing/2014/main" id="{0996BB6F-F96C-445C-A2C7-34A15DC5705F}"/>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5" name="Google Shape;25;p4">
            <a:extLst xmlns:a="http://schemas.openxmlformats.org/drawingml/2006/main">
              <a:ext uri="{FF2B5EF4-FFF2-40B4-BE49-F238E27FC236}">
                <a16:creationId xmlns:a16="http://schemas.microsoft.com/office/drawing/2014/main" id="{2C6AE4BB-6FC8-4E28-B5D1-729BD9410AA9}"/>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6" name="Google Shape;26;p4">
            <a:extLst xmlns:a="http://schemas.openxmlformats.org/drawingml/2006/main">
              <a:ext uri="{FF2B5EF4-FFF2-40B4-BE49-F238E27FC236}">
                <a16:creationId xmlns:a16="http://schemas.microsoft.com/office/drawing/2014/main" id="{AD4CC6F8-49E7-4A2A-9097-EE3565FF9149}"/>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28" name="Google Shape;28;p5">
            <a:extLst xmlns:a="http://schemas.openxmlformats.org/drawingml/2006/main">
              <a:ext uri="{FF2B5EF4-FFF2-40B4-BE49-F238E27FC236}">
                <a16:creationId xmlns:a16="http://schemas.microsoft.com/office/drawing/2014/main" id="{FE5A72AD-D25C-4EB8-8008-B35204484FE2}"/>
              </a:ext>
            </a:extLst>
          </p:cNvPr>
          <p:cNvSpPr>
            <a:spLocks xmlns:a="http://schemas.openxmlformats.org/drawingml/2006/main" noGrp="1"/>
          </p:cNvSpPr>
          <p:nvPr>
            <p:ph type="title" idx="0"/>
          </p:nvPr>
        </p:nvSpPr>
        <p:spPr>
          <a:xfrm xmlns:a="http://schemas.openxmlformats.org/drawingml/2006/main">
            <a:off x="722313" y="4406900"/>
            <a:ext cx="7772400" cy="1362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l">
              <a:spcBef>
                <a:spcPts val="0"/>
              </a:spcBef>
              <a:spcAft>
                <a:spcPts val="0"/>
              </a:spcAft>
              <a:buClr>
                <a:schemeClr val="dk1"/>
              </a:buClr>
              <a:buSzPts val="4000"/>
              <a:buFont typeface="Calibri"/>
              <a:buNone/>
              <a:defRPr sz="4000" b="1" cap="none"/>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29" name="Google Shape;29;p5">
            <a:extLst xmlns:a="http://schemas.openxmlformats.org/drawingml/2006/main">
              <a:ext uri="{FF2B5EF4-FFF2-40B4-BE49-F238E27FC236}">
                <a16:creationId xmlns:a16="http://schemas.microsoft.com/office/drawing/2014/main" id="{B9A389FC-55EE-4D38-B4A9-0065BDD92A6A}"/>
              </a:ext>
            </a:extLst>
          </p:cNvPr>
          <p:cNvSpPr>
            <a:spLocks xmlns:a="http://schemas.openxmlformats.org/drawingml/2006/main" noGrp="1"/>
          </p:cNvSpPr>
          <p:nvPr>
            <p:ph type="body" idx="1"/>
          </p:nvPr>
        </p:nvSpPr>
        <p:spPr>
          <a:xfrm xmlns:a="http://schemas.openxmlformats.org/drawingml/2006/main">
            <a:off x="722313" y="2906713"/>
            <a:ext cx="7772400" cy="15001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00"/>
              </a:spcBef>
              <a:spcAft>
                <a:spcPts val="0"/>
              </a:spcAft>
              <a:buClr>
                <a:srgbClr val="888888"/>
              </a:buClr>
              <a:buSzPts val="2000"/>
              <a:buNone/>
              <a:defRPr sz="2000">
                <a:solidFill>
                  <a:srgbClr val="888888"/>
                </a:solidFill>
              </a:defRPr>
            </a:lvl1pPr>
            <a:lvl2pPr marL="914400" indent="-228600" algn="l">
              <a:spcBef>
                <a:spcPts val="360"/>
              </a:spcBef>
              <a:spcAft>
                <a:spcPts val="0"/>
              </a:spcAft>
              <a:buClr>
                <a:srgbClr val="888888"/>
              </a:buClr>
              <a:buSzPts val="1800"/>
              <a:buNone/>
              <a:defRPr sz="1800">
                <a:solidFill>
                  <a:srgbClr val="888888"/>
                </a:solidFill>
              </a:defRPr>
            </a:lvl2pPr>
            <a:lvl3pPr marL="1371600" indent="-228600" algn="l">
              <a:spcBef>
                <a:spcPts val="320"/>
              </a:spcBef>
              <a:spcAft>
                <a:spcPts val="0"/>
              </a:spcAft>
              <a:buClr>
                <a:srgbClr val="888888"/>
              </a:buClr>
              <a:buSzPts val="1600"/>
              <a:buNone/>
              <a:defRPr sz="1600">
                <a:solidFill>
                  <a:srgbClr val="888888"/>
                </a:solidFill>
              </a:defRPr>
            </a:lvl3pPr>
            <a:lvl4pPr marL="1828800" indent="-228600" algn="l">
              <a:spcBef>
                <a:spcPts val="280"/>
              </a:spcBef>
              <a:spcAft>
                <a:spcPts val="0"/>
              </a:spcAft>
              <a:buClr>
                <a:srgbClr val="888888"/>
              </a:buClr>
              <a:buSzPts val="1400"/>
              <a:buNone/>
              <a:defRPr sz="1400">
                <a:solidFill>
                  <a:srgbClr val="888888"/>
                </a:solidFill>
              </a:defRPr>
            </a:lvl4pPr>
            <a:lvl5pPr marL="2286000" indent="-228600" algn="l">
              <a:spcBef>
                <a:spcPts val="280"/>
              </a:spcBef>
              <a:spcAft>
                <a:spcPts val="0"/>
              </a:spcAft>
              <a:buClr>
                <a:srgbClr val="888888"/>
              </a:buClr>
              <a:buSzPts val="1400"/>
              <a:buNone/>
              <a:defRPr sz="1400">
                <a:solidFill>
                  <a:srgbClr val="888888"/>
                </a:solidFill>
              </a:defRPr>
            </a:lvl5pPr>
            <a:lvl6pPr marL="2743200" indent="-228600" algn="l">
              <a:spcBef>
                <a:spcPts val="280"/>
              </a:spcBef>
              <a:spcAft>
                <a:spcPts val="0"/>
              </a:spcAft>
              <a:buClr>
                <a:srgbClr val="888888"/>
              </a:buClr>
              <a:buSzPts val="1400"/>
              <a:buNone/>
              <a:defRPr sz="1400">
                <a:solidFill>
                  <a:srgbClr val="888888"/>
                </a:solidFill>
              </a:defRPr>
            </a:lvl6pPr>
            <a:lvl7pPr marL="3200400" indent="-228600" algn="l">
              <a:spcBef>
                <a:spcPts val="280"/>
              </a:spcBef>
              <a:spcAft>
                <a:spcPts val="0"/>
              </a:spcAft>
              <a:buClr>
                <a:srgbClr val="888888"/>
              </a:buClr>
              <a:buSzPts val="1400"/>
              <a:buNone/>
              <a:defRPr sz="1400">
                <a:solidFill>
                  <a:srgbClr val="888888"/>
                </a:solidFill>
              </a:defRPr>
            </a:lvl7pPr>
            <a:lvl8pPr marL="3657600" indent="-228600" algn="l">
              <a:spcBef>
                <a:spcPts val="280"/>
              </a:spcBef>
              <a:spcAft>
                <a:spcPts val="0"/>
              </a:spcAft>
              <a:buClr>
                <a:srgbClr val="888888"/>
              </a:buClr>
              <a:buSzPts val="1400"/>
              <a:buNone/>
              <a:defRPr sz="1400">
                <a:solidFill>
                  <a:srgbClr val="888888"/>
                </a:solidFill>
              </a:defRPr>
            </a:lvl8pPr>
            <a:lvl9pPr marL="4114800" indent="-228600" algn="l">
              <a:spcBef>
                <a:spcPts val="280"/>
              </a:spcBef>
              <a:spcAft>
                <a:spcPts val="0"/>
              </a:spcAft>
              <a:buClr>
                <a:srgbClr val="888888"/>
              </a:buClr>
              <a:buSzPts val="1400"/>
              <a:buNone/>
              <a:defRPr sz="1400">
                <a:solidFill>
                  <a:srgbClr val="888888"/>
                </a:solidFill>
              </a:defRPr>
            </a:lvl9pPr>
          </a:lstStyle>
          <a:p xmlns:a="http://schemas.openxmlformats.org/drawingml/2006/main"/>
        </p:txBody>
      </p:sp>
      <p:sp>
        <p:nvSpPr>
          <p:cNvPr id="30" name="Google Shape;30;p5">
            <a:extLst xmlns:a="http://schemas.openxmlformats.org/drawingml/2006/main">
              <a:ext uri="{FF2B5EF4-FFF2-40B4-BE49-F238E27FC236}">
                <a16:creationId xmlns:a16="http://schemas.microsoft.com/office/drawing/2014/main" id="{503EE04E-6578-40FF-A046-00BC2D74C566}"/>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1" name="Google Shape;31;p5">
            <a:extLst xmlns:a="http://schemas.openxmlformats.org/drawingml/2006/main">
              <a:ext uri="{FF2B5EF4-FFF2-40B4-BE49-F238E27FC236}">
                <a16:creationId xmlns:a16="http://schemas.microsoft.com/office/drawing/2014/main" id="{EB78EA76-A9F8-45F1-B732-FA837334C65D}"/>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2" name="Google Shape;32;p5">
            <a:extLst xmlns:a="http://schemas.openxmlformats.org/drawingml/2006/main">
              <a:ext uri="{FF2B5EF4-FFF2-40B4-BE49-F238E27FC236}">
                <a16:creationId xmlns:a16="http://schemas.microsoft.com/office/drawing/2014/main" id="{ACF88753-0E64-4DC1-924B-B59618468ECB}"/>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34" name="Google Shape;34;p6">
            <a:extLst xmlns:a="http://schemas.openxmlformats.org/drawingml/2006/main">
              <a:ext uri="{FF2B5EF4-FFF2-40B4-BE49-F238E27FC236}">
                <a16:creationId xmlns:a16="http://schemas.microsoft.com/office/drawing/2014/main" id="{C7FBBCC9-D3B8-49FA-842D-91523D616F9A}"/>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35" name="Google Shape;35;p6">
            <a:extLst xmlns:a="http://schemas.openxmlformats.org/drawingml/2006/main">
              <a:ext uri="{FF2B5EF4-FFF2-40B4-BE49-F238E27FC236}">
                <a16:creationId xmlns:a16="http://schemas.microsoft.com/office/drawing/2014/main" id="{3F75A4D1-B9E4-4191-845D-7270C6F2E5FD}"/>
              </a:ext>
            </a:extLst>
          </p:cNvPr>
          <p:cNvSpPr>
            <a:spLocks xmlns:a="http://schemas.openxmlformats.org/drawingml/2006/main" noGrp="1"/>
          </p:cNvSpPr>
          <p:nvPr>
            <p:ph type="body" idx="1"/>
          </p:nvPr>
        </p:nvSpPr>
        <p:spPr>
          <a:xfrm xmlns:a="http://schemas.openxmlformats.org/drawingml/2006/main">
            <a:off x="457200" y="1600200"/>
            <a:ext cx="4038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p:txBody>
      </p:sp>
      <p:sp>
        <p:nvSpPr>
          <p:cNvPr id="36" name="Google Shape;36;p6">
            <a:extLst xmlns:a="http://schemas.openxmlformats.org/drawingml/2006/main">
              <a:ext uri="{FF2B5EF4-FFF2-40B4-BE49-F238E27FC236}">
                <a16:creationId xmlns:a16="http://schemas.microsoft.com/office/drawing/2014/main" id="{1923ADF5-325F-4076-A1A0-F4DEF654FC54}"/>
              </a:ext>
            </a:extLst>
          </p:cNvPr>
          <p:cNvSpPr>
            <a:spLocks xmlns:a="http://schemas.openxmlformats.org/drawingml/2006/main" noGrp="1"/>
          </p:cNvSpPr>
          <p:nvPr>
            <p:ph type="body" idx="2"/>
          </p:nvPr>
        </p:nvSpPr>
        <p:spPr>
          <a:xfrm xmlns:a="http://schemas.openxmlformats.org/drawingml/2006/main">
            <a:off x="4648200" y="1600200"/>
            <a:ext cx="4038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p:txBody>
      </p:sp>
      <p:sp>
        <p:nvSpPr>
          <p:cNvPr id="37" name="Google Shape;37;p6">
            <a:extLst xmlns:a="http://schemas.openxmlformats.org/drawingml/2006/main">
              <a:ext uri="{FF2B5EF4-FFF2-40B4-BE49-F238E27FC236}">
                <a16:creationId xmlns:a16="http://schemas.microsoft.com/office/drawing/2014/main" id="{62CD199B-7B0A-4707-A371-CE75BBDCED11}"/>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8" name="Google Shape;38;p6">
            <a:extLst xmlns:a="http://schemas.openxmlformats.org/drawingml/2006/main">
              <a:ext uri="{FF2B5EF4-FFF2-40B4-BE49-F238E27FC236}">
                <a16:creationId xmlns:a16="http://schemas.microsoft.com/office/drawing/2014/main" id="{90861344-6303-417C-9836-8AD6939A91AE}"/>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9" name="Google Shape;39;p6">
            <a:extLst xmlns:a="http://schemas.openxmlformats.org/drawingml/2006/main">
              <a:ext uri="{FF2B5EF4-FFF2-40B4-BE49-F238E27FC236}">
                <a16:creationId xmlns:a16="http://schemas.microsoft.com/office/drawing/2014/main" id="{BDFCCE37-E53C-4364-AE7E-44D4D315B599}"/>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41" name="Google Shape;41;p7">
            <a:extLst xmlns:a="http://schemas.openxmlformats.org/drawingml/2006/main">
              <a:ext uri="{FF2B5EF4-FFF2-40B4-BE49-F238E27FC236}">
                <a16:creationId xmlns:a16="http://schemas.microsoft.com/office/drawing/2014/main" id="{01FB733E-8699-42AB-93D3-3B0DB680CBB5}"/>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4400"/>
              <a:buFont typeface="Calibri"/>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42" name="Google Shape;42;p7">
            <a:extLst xmlns:a="http://schemas.openxmlformats.org/drawingml/2006/main">
              <a:ext uri="{FF2B5EF4-FFF2-40B4-BE49-F238E27FC236}">
                <a16:creationId xmlns:a16="http://schemas.microsoft.com/office/drawing/2014/main" id="{B660EE7B-6451-4E59-A1B6-082486F206A0}"/>
              </a:ext>
            </a:extLst>
          </p:cNvPr>
          <p:cNvSpPr>
            <a:spLocks xmlns:a="http://schemas.openxmlformats.org/drawingml/2006/main" noGrp="1"/>
          </p:cNvSpPr>
          <p:nvPr>
            <p:ph type="body" idx="1"/>
          </p:nvPr>
        </p:nvSpPr>
        <p:spPr>
          <a:xfrm xmlns:a="http://schemas.openxmlformats.org/drawingml/2006/main">
            <a:off x="457200" y="1535113"/>
            <a:ext cx="4040188"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p:txBody>
      </p:sp>
      <p:sp>
        <p:nvSpPr>
          <p:cNvPr id="43" name="Google Shape;43;p7">
            <a:extLst xmlns:a="http://schemas.openxmlformats.org/drawingml/2006/main">
              <a:ext uri="{FF2B5EF4-FFF2-40B4-BE49-F238E27FC236}">
                <a16:creationId xmlns:a16="http://schemas.microsoft.com/office/drawing/2014/main" id="{54D69FA5-D177-46BF-B403-917218D3916B}"/>
              </a:ext>
            </a:extLst>
          </p:cNvPr>
          <p:cNvSpPr>
            <a:spLocks xmlns:a="http://schemas.openxmlformats.org/drawingml/2006/main" noGrp="1"/>
          </p:cNvSpPr>
          <p:nvPr>
            <p:ph type="body" idx="2"/>
          </p:nvPr>
        </p:nvSpPr>
        <p:spPr>
          <a:xfrm xmlns:a="http://schemas.openxmlformats.org/drawingml/2006/main">
            <a:off x="457200" y="2174875"/>
            <a:ext cx="4040188"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p:txBody>
      </p:sp>
      <p:sp>
        <p:nvSpPr>
          <p:cNvPr id="44" name="Google Shape;44;p7">
            <a:extLst xmlns:a="http://schemas.openxmlformats.org/drawingml/2006/main">
              <a:ext uri="{FF2B5EF4-FFF2-40B4-BE49-F238E27FC236}">
                <a16:creationId xmlns:a16="http://schemas.microsoft.com/office/drawing/2014/main" id="{4811D1D9-DE34-4A91-BA8C-6D6AFD61B52D}"/>
              </a:ext>
            </a:extLst>
          </p:cNvPr>
          <p:cNvSpPr>
            <a:spLocks xmlns:a="http://schemas.openxmlformats.org/drawingml/2006/main" noGrp="1"/>
          </p:cNvSpPr>
          <p:nvPr>
            <p:ph type="body" idx="3"/>
          </p:nvPr>
        </p:nvSpPr>
        <p:spPr>
          <a:xfrm xmlns:a="http://schemas.openxmlformats.org/drawingml/2006/main">
            <a:off x="4645025" y="1535113"/>
            <a:ext cx="4041775"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p:txBody>
      </p:sp>
      <p:sp>
        <p:nvSpPr>
          <p:cNvPr id="45" name="Google Shape;45;p7">
            <a:extLst xmlns:a="http://schemas.openxmlformats.org/drawingml/2006/main">
              <a:ext uri="{FF2B5EF4-FFF2-40B4-BE49-F238E27FC236}">
                <a16:creationId xmlns:a16="http://schemas.microsoft.com/office/drawing/2014/main" id="{2975B8F4-30DC-4EDD-8D08-5182A302A232}"/>
              </a:ext>
            </a:extLst>
          </p:cNvPr>
          <p:cNvSpPr>
            <a:spLocks xmlns:a="http://schemas.openxmlformats.org/drawingml/2006/main" noGrp="1"/>
          </p:cNvSpPr>
          <p:nvPr>
            <p:ph type="body" idx="4"/>
          </p:nvPr>
        </p:nvSpPr>
        <p:spPr>
          <a:xfrm xmlns:a="http://schemas.openxmlformats.org/drawingml/2006/main">
            <a:off x="4645025" y="2174875"/>
            <a:ext cx="4041775"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p:txBody>
      </p:sp>
      <p:sp>
        <p:nvSpPr>
          <p:cNvPr id="46" name="Google Shape;46;p7">
            <a:extLst xmlns:a="http://schemas.openxmlformats.org/drawingml/2006/main">
              <a:ext uri="{FF2B5EF4-FFF2-40B4-BE49-F238E27FC236}">
                <a16:creationId xmlns:a16="http://schemas.microsoft.com/office/drawing/2014/main" id="{2F4E11CE-ED0A-488C-9E7A-831110D2C8C1}"/>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47" name="Google Shape;47;p7">
            <a:extLst xmlns:a="http://schemas.openxmlformats.org/drawingml/2006/main">
              <a:ext uri="{FF2B5EF4-FFF2-40B4-BE49-F238E27FC236}">
                <a16:creationId xmlns:a16="http://schemas.microsoft.com/office/drawing/2014/main" id="{A9710407-847A-44DD-9EAA-9686AE37B720}"/>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48" name="Google Shape;48;p7">
            <a:extLst xmlns:a="http://schemas.openxmlformats.org/drawingml/2006/main">
              <a:ext uri="{FF2B5EF4-FFF2-40B4-BE49-F238E27FC236}">
                <a16:creationId xmlns:a16="http://schemas.microsoft.com/office/drawing/2014/main" id="{C5C3D678-F88B-4BBD-8A51-63FD0E852F67}"/>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50" name="Google Shape;50;p8">
            <a:extLst xmlns:a="http://schemas.openxmlformats.org/drawingml/2006/main">
              <a:ext uri="{FF2B5EF4-FFF2-40B4-BE49-F238E27FC236}">
                <a16:creationId xmlns:a16="http://schemas.microsoft.com/office/drawing/2014/main" id="{C9479C8B-E9F6-4E4C-B378-D1F519A03C63}"/>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51" name="Google Shape;51;p8">
            <a:extLst xmlns:a="http://schemas.openxmlformats.org/drawingml/2006/main">
              <a:ext uri="{FF2B5EF4-FFF2-40B4-BE49-F238E27FC236}">
                <a16:creationId xmlns:a16="http://schemas.microsoft.com/office/drawing/2014/main" id="{81907494-363F-4262-ACB5-E52BB3921490}"/>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2" name="Google Shape;52;p8">
            <a:extLst xmlns:a="http://schemas.openxmlformats.org/drawingml/2006/main">
              <a:ext uri="{FF2B5EF4-FFF2-40B4-BE49-F238E27FC236}">
                <a16:creationId xmlns:a16="http://schemas.microsoft.com/office/drawing/2014/main" id="{0A2FB125-DFDF-41A7-8A28-818A5AE55BA6}"/>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3" name="Google Shape;53;p8">
            <a:extLst xmlns:a="http://schemas.openxmlformats.org/drawingml/2006/main">
              <a:ext uri="{FF2B5EF4-FFF2-40B4-BE49-F238E27FC236}">
                <a16:creationId xmlns:a16="http://schemas.microsoft.com/office/drawing/2014/main" id="{1D6EE0EE-A1B3-4E9F-BF76-5D3DD3699125}"/>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55" name="Google Shape;55;p9">
            <a:extLst xmlns:a="http://schemas.openxmlformats.org/drawingml/2006/main">
              <a:ext uri="{FF2B5EF4-FFF2-40B4-BE49-F238E27FC236}">
                <a16:creationId xmlns:a16="http://schemas.microsoft.com/office/drawing/2014/main" id="{A91EBA86-55DB-49FB-9D8F-5A139A54C029}"/>
              </a:ext>
            </a:extLst>
          </p:cNvPr>
          <p:cNvSpPr>
            <a:spLocks xmlns:a="http://schemas.openxmlformats.org/drawingml/2006/main" noGrp="1"/>
          </p:cNvSpPr>
          <p:nvPr>
            <p:ph type="title" idx="0"/>
          </p:nvPr>
        </p:nvSpPr>
        <p:spPr>
          <a:xfrm xmlns:a="http://schemas.openxmlformats.org/drawingml/2006/main">
            <a:off x="457200" y="273050"/>
            <a:ext cx="3008313" cy="1162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spcBef>
                <a:spcPts val="0"/>
              </a:spcBef>
              <a:spcAft>
                <a:spcPts val="0"/>
              </a:spcAft>
              <a:buClr>
                <a:schemeClr val="dk1"/>
              </a:buClr>
              <a:buSzPts val="2000"/>
              <a:buFont typeface="Calibri"/>
              <a:buNone/>
              <a:defRPr sz="2000" b="1"/>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56" name="Google Shape;56;p9">
            <a:extLst xmlns:a="http://schemas.openxmlformats.org/drawingml/2006/main">
              <a:ext uri="{FF2B5EF4-FFF2-40B4-BE49-F238E27FC236}">
                <a16:creationId xmlns:a16="http://schemas.microsoft.com/office/drawing/2014/main" id="{1847E2FC-11F0-4C60-ACCD-1377F587D713}"/>
              </a:ext>
            </a:extLst>
          </p:cNvPr>
          <p:cNvSpPr>
            <a:spLocks xmlns:a="http://schemas.openxmlformats.org/drawingml/2006/main" noGrp="1"/>
          </p:cNvSpPr>
          <p:nvPr>
            <p:ph type="body" idx="1"/>
          </p:nvPr>
        </p:nvSpPr>
        <p:spPr>
          <a:xfrm xmlns:a="http://schemas.openxmlformats.org/drawingml/2006/main">
            <a:off x="3575050" y="273050"/>
            <a:ext cx="5111750" cy="585311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31800" algn="l">
              <a:spcBef>
                <a:spcPts val="640"/>
              </a:spcBef>
              <a:spcAft>
                <a:spcPts val="0"/>
              </a:spcAft>
              <a:buClr>
                <a:schemeClr val="dk1"/>
              </a:buClr>
              <a:buSzPts val="3200"/>
              <a:buChar char="•"/>
              <a:defRPr sz="3200"/>
            </a:lvl1pPr>
            <a:lvl2pPr marL="914400" indent="-406400" algn="l">
              <a:spcBef>
                <a:spcPts val="560"/>
              </a:spcBef>
              <a:spcAft>
                <a:spcPts val="0"/>
              </a:spcAft>
              <a:buClr>
                <a:schemeClr val="dk1"/>
              </a:buClr>
              <a:buSzPts val="2800"/>
              <a:buChar char="–"/>
              <a:defRPr sz="2800"/>
            </a:lvl2pPr>
            <a:lvl3pPr marL="1371600" indent="-381000" algn="l">
              <a:spcBef>
                <a:spcPts val="480"/>
              </a:spcBef>
              <a:spcAft>
                <a:spcPts val="0"/>
              </a:spcAft>
              <a:buClr>
                <a:schemeClr val="dk1"/>
              </a:buClr>
              <a:buSzPts val="2400"/>
              <a:buChar char="•"/>
              <a:defRPr sz="2400"/>
            </a:lvl3pPr>
            <a:lvl4pPr marL="1828800" indent="-355600" algn="l">
              <a:spcBef>
                <a:spcPts val="400"/>
              </a:spcBef>
              <a:spcAft>
                <a:spcPts val="0"/>
              </a:spcAft>
              <a:buClr>
                <a:schemeClr val="dk1"/>
              </a:buClr>
              <a:buSzPts val="2000"/>
              <a:buChar char="–"/>
              <a:defRPr sz="2000"/>
            </a:lvl4pPr>
            <a:lvl5pPr marL="2286000" indent="-355600" algn="l">
              <a:spcBef>
                <a:spcPts val="400"/>
              </a:spcBef>
              <a:spcAft>
                <a:spcPts val="0"/>
              </a:spcAft>
              <a:buClr>
                <a:schemeClr val="dk1"/>
              </a:buClr>
              <a:buSzPts val="2000"/>
              <a:buChar char="»"/>
              <a:defRPr sz="2000"/>
            </a:lvl5pPr>
            <a:lvl6pPr marL="2743200" indent="-355600" algn="l">
              <a:spcBef>
                <a:spcPts val="400"/>
              </a:spcBef>
              <a:spcAft>
                <a:spcPts val="0"/>
              </a:spcAft>
              <a:buClr>
                <a:schemeClr val="dk1"/>
              </a:buClr>
              <a:buSzPts val="2000"/>
              <a:buChar char="•"/>
              <a:defRPr sz="2000"/>
            </a:lvl6pPr>
            <a:lvl7pPr marL="3200400" indent="-355600" algn="l">
              <a:spcBef>
                <a:spcPts val="400"/>
              </a:spcBef>
              <a:spcAft>
                <a:spcPts val="0"/>
              </a:spcAft>
              <a:buClr>
                <a:schemeClr val="dk1"/>
              </a:buClr>
              <a:buSzPts val="2000"/>
              <a:buChar char="•"/>
              <a:defRPr sz="2000"/>
            </a:lvl7pPr>
            <a:lvl8pPr marL="3657600" indent="-355600" algn="l">
              <a:spcBef>
                <a:spcPts val="400"/>
              </a:spcBef>
              <a:spcAft>
                <a:spcPts val="0"/>
              </a:spcAft>
              <a:buClr>
                <a:schemeClr val="dk1"/>
              </a:buClr>
              <a:buSzPts val="2000"/>
              <a:buChar char="•"/>
              <a:defRPr sz="2000"/>
            </a:lvl8pPr>
            <a:lvl9pPr marL="4114800" indent="-355600" algn="l">
              <a:spcBef>
                <a:spcPts val="400"/>
              </a:spcBef>
              <a:spcAft>
                <a:spcPts val="0"/>
              </a:spcAft>
              <a:buClr>
                <a:schemeClr val="dk1"/>
              </a:buClr>
              <a:buSzPts val="2000"/>
              <a:buChar char="•"/>
              <a:defRPr sz="2000"/>
            </a:lvl9pPr>
          </a:lstStyle>
          <a:p xmlns:a="http://schemas.openxmlformats.org/drawingml/2006/main"/>
        </p:txBody>
      </p:sp>
      <p:sp>
        <p:nvSpPr>
          <p:cNvPr id="57" name="Google Shape;57;p9">
            <a:extLst xmlns:a="http://schemas.openxmlformats.org/drawingml/2006/main">
              <a:ext uri="{FF2B5EF4-FFF2-40B4-BE49-F238E27FC236}">
                <a16:creationId xmlns:a16="http://schemas.microsoft.com/office/drawing/2014/main" id="{BC6F5BD2-7965-4497-95F8-691C2BA3993C}"/>
              </a:ext>
            </a:extLst>
          </p:cNvPr>
          <p:cNvSpPr>
            <a:spLocks xmlns:a="http://schemas.openxmlformats.org/drawingml/2006/main" noGrp="1"/>
          </p:cNvSpPr>
          <p:nvPr>
            <p:ph type="body" idx="2"/>
          </p:nvPr>
        </p:nvSpPr>
        <p:spPr>
          <a:xfrm xmlns:a="http://schemas.openxmlformats.org/drawingml/2006/main">
            <a:off x="457200" y="1435100"/>
            <a:ext cx="3008313" cy="46910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p:txBody>
      </p:sp>
      <p:sp>
        <p:nvSpPr>
          <p:cNvPr id="58" name="Google Shape;58;p9">
            <a:extLst xmlns:a="http://schemas.openxmlformats.org/drawingml/2006/main">
              <a:ext uri="{FF2B5EF4-FFF2-40B4-BE49-F238E27FC236}">
                <a16:creationId xmlns:a16="http://schemas.microsoft.com/office/drawing/2014/main" id="{E600897D-4C6C-469E-AAE4-3EDA132D4E23}"/>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9" name="Google Shape;59;p9">
            <a:extLst xmlns:a="http://schemas.openxmlformats.org/drawingml/2006/main">
              <a:ext uri="{FF2B5EF4-FFF2-40B4-BE49-F238E27FC236}">
                <a16:creationId xmlns:a16="http://schemas.microsoft.com/office/drawing/2014/main" id="{C0912C67-3116-4426-BD24-EC01AE196531}"/>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0" name="Google Shape;60;p9">
            <a:extLst xmlns:a="http://schemas.openxmlformats.org/drawingml/2006/main">
              <a:ext uri="{FF2B5EF4-FFF2-40B4-BE49-F238E27FC236}">
                <a16:creationId xmlns:a16="http://schemas.microsoft.com/office/drawing/2014/main" id="{DEF30752-F466-4D88-A151-987C80CED635}"/>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62" name="Google Shape;62;p10">
            <a:extLst xmlns:a="http://schemas.openxmlformats.org/drawingml/2006/main">
              <a:ext uri="{FF2B5EF4-FFF2-40B4-BE49-F238E27FC236}">
                <a16:creationId xmlns:a16="http://schemas.microsoft.com/office/drawing/2014/main" id="{9DDFA92D-7A83-4E44-83FB-994701AC8275}"/>
              </a:ext>
            </a:extLst>
          </p:cNvPr>
          <p:cNvSpPr>
            <a:spLocks xmlns:a="http://schemas.openxmlformats.org/drawingml/2006/main" noGrp="1"/>
          </p:cNvSpPr>
          <p:nvPr>
            <p:ph type="title" idx="0"/>
          </p:nvPr>
        </p:nvSpPr>
        <p:spPr>
          <a:xfrm xmlns:a="http://schemas.openxmlformats.org/drawingml/2006/main">
            <a:off x="1792288" y="4800600"/>
            <a:ext cx="5486400" cy="5667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spcBef>
                <a:spcPts val="0"/>
              </a:spcBef>
              <a:spcAft>
                <a:spcPts val="0"/>
              </a:spcAft>
              <a:buClr>
                <a:schemeClr val="dk1"/>
              </a:buClr>
              <a:buSzPts val="2000"/>
              <a:buFont typeface="Calibri"/>
              <a:buNone/>
              <a:defRPr sz="2000" b="1"/>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63" name="Google Shape;63;p10">
            <a:extLst xmlns:a="http://schemas.openxmlformats.org/drawingml/2006/main">
              <a:ext uri="{FF2B5EF4-FFF2-40B4-BE49-F238E27FC236}">
                <a16:creationId xmlns:a16="http://schemas.microsoft.com/office/drawing/2014/main" id="{1C972AD7-39DD-4C12-B273-BBFCB6632860}"/>
              </a:ext>
            </a:extLst>
          </p:cNvPr>
          <p:cNvSpPr>
            <a:spLocks xmlns:a="http://schemas.openxmlformats.org/drawingml/2006/main" noGrp="1"/>
          </p:cNvSpPr>
          <p:nvPr>
            <p:ph type="pic" idx="2"/>
          </p:nvPr>
        </p:nvSpPr>
        <p:spPr>
          <a:xfrm xmlns:a="http://schemas.openxmlformats.org/drawingml/2006/main">
            <a:off x="1792288" y="612775"/>
            <a:ext cx="5486400" cy="4114800"/>
          </a:xfrm>
          <a:prstGeom xmlns:a="http://schemas.openxmlformats.org/drawingml/2006/main" prst="rect">
            <a:avLst/>
          </a:prstGeom>
          <a:noFill xmlns:a="http://schemas.openxmlformats.org/drawingml/2006/main"/>
          <a:ln xmlns:a="http://schemas.openxmlformats.org/drawingml/2006/main">
            <a:noFill/>
          </a:ln>
        </p:spPr>
      </p:sp>
      <p:sp>
        <p:nvSpPr>
          <p:cNvPr id="64" name="Google Shape;64;p10">
            <a:extLst xmlns:a="http://schemas.openxmlformats.org/drawingml/2006/main">
              <a:ext uri="{FF2B5EF4-FFF2-40B4-BE49-F238E27FC236}">
                <a16:creationId xmlns:a16="http://schemas.microsoft.com/office/drawing/2014/main" id="{9F76349C-226E-48A5-AF50-EE6414B43A40}"/>
              </a:ext>
            </a:extLst>
          </p:cNvPr>
          <p:cNvSpPr>
            <a:spLocks xmlns:a="http://schemas.openxmlformats.org/drawingml/2006/main" noGrp="1"/>
          </p:cNvSpPr>
          <p:nvPr>
            <p:ph type="body" idx="1"/>
          </p:nvPr>
        </p:nvSpPr>
        <p:spPr>
          <a:xfrm xmlns:a="http://schemas.openxmlformats.org/drawingml/2006/main">
            <a:off x="1792288" y="5367338"/>
            <a:ext cx="5486400" cy="8048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p:txBody>
      </p:sp>
      <p:sp>
        <p:nvSpPr>
          <p:cNvPr id="65" name="Google Shape;65;p10">
            <a:extLst xmlns:a="http://schemas.openxmlformats.org/drawingml/2006/main">
              <a:ext uri="{FF2B5EF4-FFF2-40B4-BE49-F238E27FC236}">
                <a16:creationId xmlns:a16="http://schemas.microsoft.com/office/drawing/2014/main" id="{0BA8C233-6245-4BC4-A17D-8AA786F2573C}"/>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6" name="Google Shape;66;p10">
            <a:extLst xmlns:a="http://schemas.openxmlformats.org/drawingml/2006/main">
              <a:ext uri="{FF2B5EF4-FFF2-40B4-BE49-F238E27FC236}">
                <a16:creationId xmlns:a16="http://schemas.microsoft.com/office/drawing/2014/main" id="{6E4E8B64-4952-41F7-B212-001EF94F33FE}"/>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7" name="Google Shape;67;p10">
            <a:extLst xmlns:a="http://schemas.openxmlformats.org/drawingml/2006/main">
              <a:ext uri="{FF2B5EF4-FFF2-40B4-BE49-F238E27FC236}">
                <a16:creationId xmlns:a16="http://schemas.microsoft.com/office/drawing/2014/main" id="{62769126-3F61-434E-8DF0-1CFFDD30EAB1}"/>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69" name="Google Shape;69;p11">
            <a:extLst xmlns:a="http://schemas.openxmlformats.org/drawingml/2006/main">
              <a:ext uri="{FF2B5EF4-FFF2-40B4-BE49-F238E27FC236}">
                <a16:creationId xmlns:a16="http://schemas.microsoft.com/office/drawing/2014/main" id="{36EB15E7-A066-457C-91A4-BF37DD125CBA}"/>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70" name="Google Shape;70;p11">
            <a:extLst xmlns:a="http://schemas.openxmlformats.org/drawingml/2006/main">
              <a:ext uri="{FF2B5EF4-FFF2-40B4-BE49-F238E27FC236}">
                <a16:creationId xmlns:a16="http://schemas.microsoft.com/office/drawing/2014/main" id="{D046219A-D7EA-441A-BD5C-2D139C23B62C}"/>
              </a:ext>
            </a:extLst>
          </p:cNvPr>
          <p:cNvSpPr>
            <a:spLocks xmlns:a="http://schemas.openxmlformats.org/drawingml/2006/main" noGrp="1"/>
          </p:cNvSpPr>
          <p:nvPr>
            <p:ph type="body" idx="1"/>
          </p:nvPr>
        </p:nvSpPr>
        <p:spPr>
          <a:xfrm xmlns:a="http://schemas.openxmlformats.org/drawingml/2006/main" rot="5400000">
            <a:off x="2309019" y="-251618"/>
            <a:ext cx="4525963" cy="822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71" name="Google Shape;71;p11">
            <a:extLst xmlns:a="http://schemas.openxmlformats.org/drawingml/2006/main">
              <a:ext uri="{FF2B5EF4-FFF2-40B4-BE49-F238E27FC236}">
                <a16:creationId xmlns:a16="http://schemas.microsoft.com/office/drawing/2014/main" id="{84942E1D-5647-447B-96E5-D81CEF050FE1}"/>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2" name="Google Shape;72;p11">
            <a:extLst xmlns:a="http://schemas.openxmlformats.org/drawingml/2006/main">
              <a:ext uri="{FF2B5EF4-FFF2-40B4-BE49-F238E27FC236}">
                <a16:creationId xmlns:a16="http://schemas.microsoft.com/office/drawing/2014/main" id="{A09B55FC-11AF-4D2C-915C-42DC17EA9B49}"/>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3" name="Google Shape;73;p11">
            <a:extLst xmlns:a="http://schemas.openxmlformats.org/drawingml/2006/main">
              <a:ext uri="{FF2B5EF4-FFF2-40B4-BE49-F238E27FC236}">
                <a16:creationId xmlns:a16="http://schemas.microsoft.com/office/drawing/2014/main" id="{0CF4DFDD-6B6D-4516-90D0-A48206908238}"/>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75" name="Google Shape;75;p12">
            <a:extLst xmlns:a="http://schemas.openxmlformats.org/drawingml/2006/main">
              <a:ext uri="{FF2B5EF4-FFF2-40B4-BE49-F238E27FC236}">
                <a16:creationId xmlns:a16="http://schemas.microsoft.com/office/drawing/2014/main" id="{7C618C3C-6334-44ED-B2CB-F01802856897}"/>
              </a:ext>
            </a:extLst>
          </p:cNvPr>
          <p:cNvSpPr>
            <a:spLocks xmlns:a="http://schemas.openxmlformats.org/drawingml/2006/main" noGrp="1"/>
          </p:cNvSpPr>
          <p:nvPr>
            <p:ph type="title" idx="0"/>
          </p:nvPr>
        </p:nvSpPr>
        <p:spPr>
          <a:xfrm xmlns:a="http://schemas.openxmlformats.org/drawingml/2006/main" rot="5400000">
            <a:off x="4732338" y="2171701"/>
            <a:ext cx="5851525" cy="20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76" name="Google Shape;76;p12">
            <a:extLst xmlns:a="http://schemas.openxmlformats.org/drawingml/2006/main">
              <a:ext uri="{FF2B5EF4-FFF2-40B4-BE49-F238E27FC236}">
                <a16:creationId xmlns:a16="http://schemas.microsoft.com/office/drawing/2014/main" id="{8D348D65-2369-44FA-8D82-D2B15F266BBC}"/>
              </a:ext>
            </a:extLst>
          </p:cNvPr>
          <p:cNvSpPr>
            <a:spLocks xmlns:a="http://schemas.openxmlformats.org/drawingml/2006/main" noGrp="1"/>
          </p:cNvSpPr>
          <p:nvPr>
            <p:ph type="body" idx="1"/>
          </p:nvPr>
        </p:nvSpPr>
        <p:spPr>
          <a:xfrm xmlns:a="http://schemas.openxmlformats.org/drawingml/2006/main" rot="5400000">
            <a:off x="541338" y="190500"/>
            <a:ext cx="5851525" cy="6019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77" name="Google Shape;77;p12">
            <a:extLst xmlns:a="http://schemas.openxmlformats.org/drawingml/2006/main">
              <a:ext uri="{FF2B5EF4-FFF2-40B4-BE49-F238E27FC236}">
                <a16:creationId xmlns:a16="http://schemas.microsoft.com/office/drawing/2014/main" id="{140E70F5-EE72-44A2-BE3C-D2651065EAC1}"/>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8" name="Google Shape;78;p12">
            <a:extLst xmlns:a="http://schemas.openxmlformats.org/drawingml/2006/main">
              <a:ext uri="{FF2B5EF4-FFF2-40B4-BE49-F238E27FC236}">
                <a16:creationId xmlns:a16="http://schemas.microsoft.com/office/drawing/2014/main" id="{F7CC7058-C857-4676-A71B-BCCF65F72136}"/>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9" name="Google Shape;79;p12">
            <a:extLst xmlns:a="http://schemas.openxmlformats.org/drawingml/2006/main">
              <a:ext uri="{FF2B5EF4-FFF2-40B4-BE49-F238E27FC236}">
                <a16:creationId xmlns:a16="http://schemas.microsoft.com/office/drawing/2014/main" id="{B9AA8379-45A4-4709-8224-9AF40009AD60}"/>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aa73dab75c647f7" /><Relationship Type="http://schemas.openxmlformats.org/officeDocument/2006/relationships/slideLayout" Target="/ppt/slideLayouts/slideLayout1.xml" Id="R47fa353999df4c45" /><Relationship Type="http://schemas.openxmlformats.org/officeDocument/2006/relationships/slideLayout" Target="/ppt/slideLayouts/slideLayout2.xml" Id="R39f46e3a034843c9" /><Relationship Type="http://schemas.openxmlformats.org/officeDocument/2006/relationships/slideLayout" Target="/ppt/slideLayouts/slideLayout3.xml" Id="R267b4ef8746f4824" /><Relationship Type="http://schemas.openxmlformats.org/officeDocument/2006/relationships/slideLayout" Target="/ppt/slideLayouts/slideLayout4.xml" Id="R7790007a668e47c0" /><Relationship Type="http://schemas.openxmlformats.org/officeDocument/2006/relationships/slideLayout" Target="/ppt/slideLayouts/slideLayout5.xml" Id="R0aaf36885a894ea0" /><Relationship Type="http://schemas.openxmlformats.org/officeDocument/2006/relationships/slideLayout" Target="/ppt/slideLayouts/slideLayout6.xml" Id="R60da6e37779f4343" /><Relationship Type="http://schemas.openxmlformats.org/officeDocument/2006/relationships/slideLayout" Target="/ppt/slideLayouts/slideLayout7.xml" Id="R56a5b644de4e42ff" /><Relationship Type="http://schemas.openxmlformats.org/officeDocument/2006/relationships/slideLayout" Target="/ppt/slideLayouts/slideLayout8.xml" Id="Rfa69afca24b44d84" /><Relationship Type="http://schemas.openxmlformats.org/officeDocument/2006/relationships/slideLayout" Target="/ppt/slideLayouts/slideLayout9.xml" Id="R52433436ab944ec0" /><Relationship Type="http://schemas.openxmlformats.org/officeDocument/2006/relationships/slideLayout" Target="/ppt/slideLayouts/slideLayout10.xml" Id="R3c255f1bf2b24f0f" /><Relationship Type="http://schemas.openxmlformats.org/officeDocument/2006/relationships/slideLayout" Target="/ppt/slideLayouts/slideLayout11.xml" Id="R96377e6b625b4298"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574E508E-A5C1-4F55-BD81-0E2320C2B5CC}"/>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ctr">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defRPr>
            </a:lvl1pPr>
            <a:lvl2pPr>
              <a:spcBef>
                <a:spcPts val="0"/>
              </a:spcBef>
              <a:spcAft>
                <a:spcPts val="0"/>
              </a:spcAft>
              <a:buSzPts val="1400"/>
              <a:buNone/>
              <a:defRPr sz="1800"/>
            </a:lvl2pPr>
            <a:lvl3pPr>
              <a:spcBef>
                <a:spcPts val="0"/>
              </a:spcBef>
              <a:spcAft>
                <a:spcPts val="0"/>
              </a:spcAft>
              <a:buSzPts val="1400"/>
              <a:buNone/>
              <a:defRPr sz="1800"/>
            </a:lvl3pPr>
            <a:lvl4pPr>
              <a:spcBef>
                <a:spcPts val="0"/>
              </a:spcBef>
              <a:spcAft>
                <a:spcPts val="0"/>
              </a:spcAft>
              <a:buSzPts val="1400"/>
              <a:buNone/>
              <a:defRPr sz="1800"/>
            </a:lvl4pPr>
            <a:lvl5pPr>
              <a:spcBef>
                <a:spcPts val="0"/>
              </a:spcBef>
              <a:spcAft>
                <a:spcPts val="0"/>
              </a:spcAft>
              <a:buSzPts val="1400"/>
              <a:buNone/>
              <a:defRPr sz="1800"/>
            </a:lvl5pPr>
            <a:lvl6pPr>
              <a:spcBef>
                <a:spcPts val="0"/>
              </a:spcBef>
              <a:spcAft>
                <a:spcPts val="0"/>
              </a:spcAft>
              <a:buSzPts val="1400"/>
              <a:buNone/>
              <a:defRPr sz="1800"/>
            </a:lvl6pPr>
            <a:lvl7pPr>
              <a:spcBef>
                <a:spcPts val="0"/>
              </a:spcBef>
              <a:spcAft>
                <a:spcPts val="0"/>
              </a:spcAft>
              <a:buSzPts val="1400"/>
              <a:buNone/>
              <a:defRPr sz="1800"/>
            </a:lvl7pPr>
            <a:lvl8pPr>
              <a:spcBef>
                <a:spcPts val="0"/>
              </a:spcBef>
              <a:spcAft>
                <a:spcPts val="0"/>
              </a:spcAft>
              <a:buSzPts val="1400"/>
              <a:buNone/>
              <a:defRPr sz="1800"/>
            </a:lvl8pPr>
            <a:lvl9pPr>
              <a:spcBef>
                <a:spcPts val="0"/>
              </a:spcBef>
              <a:spcAft>
                <a:spcPts val="0"/>
              </a:spcAft>
              <a:buSzPts val="1400"/>
              <a:buNone/>
              <a:defRPr sz="1800"/>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97BA08EA-71AA-4008-AF7B-4F34AD63954D}"/>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431800" algn="l">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defRPr>
            </a:lvl1pPr>
            <a:lvl2pPr marL="914400" marR="0" indent="-406400" algn="l">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defRPr>
            </a:lvl2pPr>
            <a:lvl3pPr marL="1371600" marR="0" indent="-381000" algn="l">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defRPr>
            </a:lvl3pPr>
            <a:lvl4pPr marL="1828800" marR="0"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4pPr>
            <a:lvl5pPr marL="2286000" marR="0"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5pPr>
            <a:lvl6pPr marL="2743200" marR="0"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6pPr>
            <a:lvl7pPr marL="3200400" marR="0"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7pPr>
            <a:lvl8pPr marL="3657600" marR="0"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8pPr>
            <a:lvl9pPr marL="4114800" marR="0"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0BBF3E78-8951-481C-9F8B-42A19220B7C2}"/>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spcBef>
                <a:spcPts val="0"/>
              </a:spcBef>
              <a:spcAft>
                <a:spcPts val="0"/>
              </a:spcAft>
              <a:buSzPts val="1400"/>
              <a:buNone/>
              <a:defRPr sz="1200" b="0" i="0" u="none" strike="noStrike" cap="none">
                <a:solidFill>
                  <a:srgbClr val="888888"/>
                </a:solidFill>
                <a:latin typeface="Calibri"/>
                <a:ea typeface="Calibri"/>
                <a:cs typeface="Calibri"/>
              </a:defRPr>
            </a:lvl1pPr>
            <a:lvl2pPr marR="0" algn="l">
              <a:spcBef>
                <a:spcPts val="0"/>
              </a:spcBef>
              <a:spcAft>
                <a:spcPts val="0"/>
              </a:spcAft>
              <a:buSzPts val="1400"/>
              <a:buNone/>
              <a:defRPr sz="1800" b="0" i="0" u="none" strike="noStrike" cap="none">
                <a:solidFill>
                  <a:schemeClr val="dk1"/>
                </a:solidFill>
                <a:latin typeface="Calibri"/>
                <a:ea typeface="Calibri"/>
                <a:cs typeface="Calibri"/>
              </a:defRPr>
            </a:lvl2pPr>
            <a:lvl3pPr marR="0" algn="l">
              <a:spcBef>
                <a:spcPts val="0"/>
              </a:spcBef>
              <a:spcAft>
                <a:spcPts val="0"/>
              </a:spcAft>
              <a:buSzPts val="1400"/>
              <a:buNone/>
              <a:defRPr sz="1800" b="0" i="0" u="none" strike="noStrike" cap="none">
                <a:solidFill>
                  <a:schemeClr val="dk1"/>
                </a:solidFill>
                <a:latin typeface="Calibri"/>
                <a:ea typeface="Calibri"/>
                <a:cs typeface="Calibri"/>
              </a:defRPr>
            </a:lvl3pPr>
            <a:lvl4pPr marR="0" algn="l">
              <a:spcBef>
                <a:spcPts val="0"/>
              </a:spcBef>
              <a:spcAft>
                <a:spcPts val="0"/>
              </a:spcAft>
              <a:buSzPts val="1400"/>
              <a:buNone/>
              <a:defRPr sz="1800" b="0" i="0" u="none" strike="noStrike" cap="none">
                <a:solidFill>
                  <a:schemeClr val="dk1"/>
                </a:solidFill>
                <a:latin typeface="Calibri"/>
                <a:ea typeface="Calibri"/>
                <a:cs typeface="Calibri"/>
              </a:defRPr>
            </a:lvl4pPr>
            <a:lvl5pPr marR="0" algn="l">
              <a:spcBef>
                <a:spcPts val="0"/>
              </a:spcBef>
              <a:spcAft>
                <a:spcPts val="0"/>
              </a:spcAft>
              <a:buSzPts val="1400"/>
              <a:buNone/>
              <a:defRPr sz="1800" b="0" i="0" u="none" strike="noStrike" cap="none">
                <a:solidFill>
                  <a:schemeClr val="dk1"/>
                </a:solidFill>
                <a:latin typeface="Calibri"/>
                <a:ea typeface="Calibri"/>
                <a:cs typeface="Calibri"/>
              </a:defRPr>
            </a:lvl5pPr>
            <a:lvl6pPr marR="0" algn="l">
              <a:spcBef>
                <a:spcPts val="0"/>
              </a:spcBef>
              <a:spcAft>
                <a:spcPts val="0"/>
              </a:spcAft>
              <a:buSzPts val="1400"/>
              <a:buNone/>
              <a:defRPr sz="1800" b="0" i="0" u="none" strike="noStrike" cap="none">
                <a:solidFill>
                  <a:schemeClr val="dk1"/>
                </a:solidFill>
                <a:latin typeface="Calibri"/>
                <a:ea typeface="Calibri"/>
                <a:cs typeface="Calibri"/>
              </a:defRPr>
            </a:lvl6pPr>
            <a:lvl7pPr marR="0" algn="l">
              <a:spcBef>
                <a:spcPts val="0"/>
              </a:spcBef>
              <a:spcAft>
                <a:spcPts val="0"/>
              </a:spcAft>
              <a:buSzPts val="1400"/>
              <a:buNone/>
              <a:defRPr sz="1800" b="0" i="0" u="none" strike="noStrike" cap="none">
                <a:solidFill>
                  <a:schemeClr val="dk1"/>
                </a:solidFill>
                <a:latin typeface="Calibri"/>
                <a:ea typeface="Calibri"/>
                <a:cs typeface="Calibri"/>
              </a:defRPr>
            </a:lvl7pPr>
            <a:lvl8pPr marR="0" algn="l">
              <a:spcBef>
                <a:spcPts val="0"/>
              </a:spcBef>
              <a:spcAft>
                <a:spcPts val="0"/>
              </a:spcAft>
              <a:buSzPts val="1400"/>
              <a:buNone/>
              <a:defRPr sz="1800" b="0" i="0" u="none" strike="noStrike" cap="none">
                <a:solidFill>
                  <a:schemeClr val="dk1"/>
                </a:solidFill>
                <a:latin typeface="Calibri"/>
                <a:ea typeface="Calibri"/>
                <a:cs typeface="Calibri"/>
              </a:defRPr>
            </a:lvl8pPr>
            <a:lvl9pPr marR="0" algn="l">
              <a:spcBef>
                <a:spcPts val="0"/>
              </a:spcBef>
              <a:spcAft>
                <a:spcPts val="0"/>
              </a:spcAft>
              <a:buSzPts val="1400"/>
              <a:buNone/>
              <a:defRPr sz="1800" b="0" i="0" u="none" strike="noStrike" cap="none">
                <a:solidFill>
                  <a:schemeClr val="dk1"/>
                </a:solidFill>
                <a:latin typeface="Calibri"/>
                <a:ea typeface="Calibri"/>
                <a:cs typeface="Calibri"/>
              </a:defRPr>
            </a:lvl9pPr>
          </a:lstStyle>
          <a:p xmlns:a="http://schemas.openxmlformats.org/drawingml/2006/main"/>
        </p:txBody>
      </p:sp>
      <p:sp>
        <p:nvSpPr>
          <p:cNvPr id="9" name="Google Shape;9;p1">
            <a:extLst xmlns:a="http://schemas.openxmlformats.org/drawingml/2006/main">
              <a:ext uri="{FF2B5EF4-FFF2-40B4-BE49-F238E27FC236}">
                <a16:creationId xmlns:a16="http://schemas.microsoft.com/office/drawing/2014/main" id="{759A52A4-B3D5-46B9-9A4E-DFDD7479AB8C}"/>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spcBef>
                <a:spcPts val="0"/>
              </a:spcBef>
              <a:spcAft>
                <a:spcPts val="0"/>
              </a:spcAft>
              <a:buSzPts val="1400"/>
              <a:buNone/>
              <a:defRPr sz="1200" b="0" i="0" u="none" strike="noStrike" cap="none">
                <a:solidFill>
                  <a:srgbClr val="888888"/>
                </a:solidFill>
                <a:latin typeface="Calibri"/>
                <a:ea typeface="Calibri"/>
                <a:cs typeface="Calibri"/>
              </a:defRPr>
            </a:lvl1pPr>
            <a:lvl2pPr marR="0" algn="l">
              <a:spcBef>
                <a:spcPts val="0"/>
              </a:spcBef>
              <a:spcAft>
                <a:spcPts val="0"/>
              </a:spcAft>
              <a:buSzPts val="1400"/>
              <a:buNone/>
              <a:defRPr sz="1800" b="0" i="0" u="none" strike="noStrike" cap="none">
                <a:solidFill>
                  <a:schemeClr val="dk1"/>
                </a:solidFill>
                <a:latin typeface="Calibri"/>
                <a:ea typeface="Calibri"/>
                <a:cs typeface="Calibri"/>
              </a:defRPr>
            </a:lvl2pPr>
            <a:lvl3pPr marR="0" algn="l">
              <a:spcBef>
                <a:spcPts val="0"/>
              </a:spcBef>
              <a:spcAft>
                <a:spcPts val="0"/>
              </a:spcAft>
              <a:buSzPts val="1400"/>
              <a:buNone/>
              <a:defRPr sz="1800" b="0" i="0" u="none" strike="noStrike" cap="none">
                <a:solidFill>
                  <a:schemeClr val="dk1"/>
                </a:solidFill>
                <a:latin typeface="Calibri"/>
                <a:ea typeface="Calibri"/>
                <a:cs typeface="Calibri"/>
              </a:defRPr>
            </a:lvl3pPr>
            <a:lvl4pPr marR="0" algn="l">
              <a:spcBef>
                <a:spcPts val="0"/>
              </a:spcBef>
              <a:spcAft>
                <a:spcPts val="0"/>
              </a:spcAft>
              <a:buSzPts val="1400"/>
              <a:buNone/>
              <a:defRPr sz="1800" b="0" i="0" u="none" strike="noStrike" cap="none">
                <a:solidFill>
                  <a:schemeClr val="dk1"/>
                </a:solidFill>
                <a:latin typeface="Calibri"/>
                <a:ea typeface="Calibri"/>
                <a:cs typeface="Calibri"/>
              </a:defRPr>
            </a:lvl4pPr>
            <a:lvl5pPr marR="0" algn="l">
              <a:spcBef>
                <a:spcPts val="0"/>
              </a:spcBef>
              <a:spcAft>
                <a:spcPts val="0"/>
              </a:spcAft>
              <a:buSzPts val="1400"/>
              <a:buNone/>
              <a:defRPr sz="1800" b="0" i="0" u="none" strike="noStrike" cap="none">
                <a:solidFill>
                  <a:schemeClr val="dk1"/>
                </a:solidFill>
                <a:latin typeface="Calibri"/>
                <a:ea typeface="Calibri"/>
                <a:cs typeface="Calibri"/>
              </a:defRPr>
            </a:lvl5pPr>
            <a:lvl6pPr marR="0" algn="l">
              <a:spcBef>
                <a:spcPts val="0"/>
              </a:spcBef>
              <a:spcAft>
                <a:spcPts val="0"/>
              </a:spcAft>
              <a:buSzPts val="1400"/>
              <a:buNone/>
              <a:defRPr sz="1800" b="0" i="0" u="none" strike="noStrike" cap="none">
                <a:solidFill>
                  <a:schemeClr val="dk1"/>
                </a:solidFill>
                <a:latin typeface="Calibri"/>
                <a:ea typeface="Calibri"/>
                <a:cs typeface="Calibri"/>
              </a:defRPr>
            </a:lvl6pPr>
            <a:lvl7pPr marR="0" algn="l">
              <a:spcBef>
                <a:spcPts val="0"/>
              </a:spcBef>
              <a:spcAft>
                <a:spcPts val="0"/>
              </a:spcAft>
              <a:buSzPts val="1400"/>
              <a:buNone/>
              <a:defRPr sz="1800" b="0" i="0" u="none" strike="noStrike" cap="none">
                <a:solidFill>
                  <a:schemeClr val="dk1"/>
                </a:solidFill>
                <a:latin typeface="Calibri"/>
                <a:ea typeface="Calibri"/>
                <a:cs typeface="Calibri"/>
              </a:defRPr>
            </a:lvl7pPr>
            <a:lvl8pPr marR="0" algn="l">
              <a:spcBef>
                <a:spcPts val="0"/>
              </a:spcBef>
              <a:spcAft>
                <a:spcPts val="0"/>
              </a:spcAft>
              <a:buSzPts val="1400"/>
              <a:buNone/>
              <a:defRPr sz="1800" b="0" i="0" u="none" strike="noStrike" cap="none">
                <a:solidFill>
                  <a:schemeClr val="dk1"/>
                </a:solidFill>
                <a:latin typeface="Calibri"/>
                <a:ea typeface="Calibri"/>
                <a:cs typeface="Calibri"/>
              </a:defRPr>
            </a:lvl8pPr>
            <a:lvl9pPr marR="0" algn="l">
              <a:spcBef>
                <a:spcPts val="0"/>
              </a:spcBef>
              <a:spcAft>
                <a:spcPts val="0"/>
              </a:spcAft>
              <a:buSzPts val="1400"/>
              <a:buNone/>
              <a:defRPr sz="1800" b="0" i="0" u="none" strike="noStrike" cap="none">
                <a:solidFill>
                  <a:schemeClr val="dk1"/>
                </a:solidFill>
                <a:latin typeface="Calibri"/>
                <a:ea typeface="Calibri"/>
                <a:cs typeface="Calibri"/>
              </a:defRPr>
            </a:lvl9pPr>
          </a:lstStyle>
          <a:p xmlns:a="http://schemas.openxmlformats.org/drawingml/2006/main"/>
        </p:txBody>
      </p:sp>
      <p:sp>
        <p:nvSpPr>
          <p:cNvPr id="10" name="Google Shape;10;p1">
            <a:extLst xmlns:a="http://schemas.openxmlformats.org/drawingml/2006/main">
              <a:ext uri="{FF2B5EF4-FFF2-40B4-BE49-F238E27FC236}">
                <a16:creationId xmlns:a16="http://schemas.microsoft.com/office/drawing/2014/main" id="{0241B883-6724-4D7F-9CA0-BA0C74E68C16}"/>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spcBef>
                <a:spcPts val="0"/>
              </a:spcBef>
              <a:buNone/>
              <a:defRPr sz="1200" b="0" i="0" u="none" strike="noStrike" cap="none">
                <a:solidFill>
                  <a:srgbClr val="888888"/>
                </a:solidFill>
                <a:latin typeface="Calibri"/>
                <a:ea typeface="Calibri"/>
                <a:cs typeface="Calibri"/>
              </a:defRPr>
            </a:lvl1pPr>
            <a:lvl2pPr marL="0" marR="0" indent="0" algn="r">
              <a:spcBef>
                <a:spcPts val="0"/>
              </a:spcBef>
              <a:buNone/>
              <a:defRPr sz="1200" b="0" i="0" u="none" strike="noStrike" cap="none">
                <a:solidFill>
                  <a:srgbClr val="888888"/>
                </a:solidFill>
                <a:latin typeface="Calibri"/>
                <a:ea typeface="Calibri"/>
                <a:cs typeface="Calibri"/>
              </a:defRPr>
            </a:lvl2pPr>
            <a:lvl3pPr marL="0" marR="0" indent="0" algn="r">
              <a:spcBef>
                <a:spcPts val="0"/>
              </a:spcBef>
              <a:buNone/>
              <a:defRPr sz="1200" b="0" i="0" u="none" strike="noStrike" cap="none">
                <a:solidFill>
                  <a:srgbClr val="888888"/>
                </a:solidFill>
                <a:latin typeface="Calibri"/>
                <a:ea typeface="Calibri"/>
                <a:cs typeface="Calibri"/>
              </a:defRPr>
            </a:lvl3pPr>
            <a:lvl4pPr marL="0" marR="0" indent="0" algn="r">
              <a:spcBef>
                <a:spcPts val="0"/>
              </a:spcBef>
              <a:buNone/>
              <a:defRPr sz="1200" b="0" i="0" u="none" strike="noStrike" cap="none">
                <a:solidFill>
                  <a:srgbClr val="888888"/>
                </a:solidFill>
                <a:latin typeface="Calibri"/>
                <a:ea typeface="Calibri"/>
                <a:cs typeface="Calibri"/>
              </a:defRPr>
            </a:lvl4pPr>
            <a:lvl5pPr marL="0" marR="0" indent="0" algn="r">
              <a:spcBef>
                <a:spcPts val="0"/>
              </a:spcBef>
              <a:buNone/>
              <a:defRPr sz="1200" b="0" i="0" u="none" strike="noStrike" cap="none">
                <a:solidFill>
                  <a:srgbClr val="888888"/>
                </a:solidFill>
                <a:latin typeface="Calibri"/>
                <a:ea typeface="Calibri"/>
                <a:cs typeface="Calibri"/>
              </a:defRPr>
            </a:lvl5pPr>
            <a:lvl6pPr marL="0" marR="0" indent="0" algn="r">
              <a:spcBef>
                <a:spcPts val="0"/>
              </a:spcBef>
              <a:buNone/>
              <a:defRPr sz="1200" b="0" i="0" u="none" strike="noStrike" cap="none">
                <a:solidFill>
                  <a:srgbClr val="888888"/>
                </a:solidFill>
                <a:latin typeface="Calibri"/>
                <a:ea typeface="Calibri"/>
                <a:cs typeface="Calibri"/>
              </a:defRPr>
            </a:lvl6pPr>
            <a:lvl7pPr marL="0" marR="0" indent="0" algn="r">
              <a:spcBef>
                <a:spcPts val="0"/>
              </a:spcBef>
              <a:buNone/>
              <a:defRPr sz="1200" b="0" i="0" u="none" strike="noStrike" cap="none">
                <a:solidFill>
                  <a:srgbClr val="888888"/>
                </a:solidFill>
                <a:latin typeface="Calibri"/>
                <a:ea typeface="Calibri"/>
                <a:cs typeface="Calibri"/>
              </a:defRPr>
            </a:lvl7pPr>
            <a:lvl8pPr marL="0" marR="0" indent="0" algn="r">
              <a:spcBef>
                <a:spcPts val="0"/>
              </a:spcBef>
              <a:buNone/>
              <a:defRPr sz="1200" b="0" i="0" u="none" strike="noStrike" cap="none">
                <a:solidFill>
                  <a:srgbClr val="888888"/>
                </a:solidFill>
                <a:latin typeface="Calibri"/>
                <a:ea typeface="Calibri"/>
                <a:cs typeface="Calibri"/>
              </a:defRPr>
            </a:lvl8pPr>
            <a:lvl9pPr marL="0" marR="0" indent="0" algn="r">
              <a:spcBef>
                <a:spcPts val="0"/>
              </a:spcBef>
              <a:buNone/>
              <a:defRPr sz="12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47fa353999df4c45"/>
    <p:sldLayoutId xmlns:r="http://schemas.openxmlformats.org/officeDocument/2006/relationships" id="2147483650" r:id="R39f46e3a034843c9"/>
    <p:sldLayoutId xmlns:r="http://schemas.openxmlformats.org/officeDocument/2006/relationships" id="2147483651" r:id="R267b4ef8746f4824"/>
    <p:sldLayoutId xmlns:r="http://schemas.openxmlformats.org/officeDocument/2006/relationships" id="2147483652" r:id="R7790007a668e47c0"/>
    <p:sldLayoutId xmlns:r="http://schemas.openxmlformats.org/officeDocument/2006/relationships" id="2147483653" r:id="R0aaf36885a894ea0"/>
    <p:sldLayoutId xmlns:r="http://schemas.openxmlformats.org/officeDocument/2006/relationships" id="2147483654" r:id="R60da6e37779f4343"/>
    <p:sldLayoutId xmlns:r="http://schemas.openxmlformats.org/officeDocument/2006/relationships" id="2147483655" r:id="R56a5b644de4e42ff"/>
    <p:sldLayoutId xmlns:r="http://schemas.openxmlformats.org/officeDocument/2006/relationships" id="2147483656" r:id="Rfa69afca24b44d84"/>
    <p:sldLayoutId xmlns:r="http://schemas.openxmlformats.org/officeDocument/2006/relationships" id="2147483657" r:id="R52433436ab944ec0"/>
    <p:sldLayoutId xmlns:r="http://schemas.openxmlformats.org/officeDocument/2006/relationships" id="2147483658" r:id="R3c255f1bf2b24f0f"/>
    <p:sldLayoutId xmlns:r="http://schemas.openxmlformats.org/officeDocument/2006/relationships" id="2147483659" r:id="R96377e6b625b4298"/>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dae80adc45742be" /><Relationship Type="http://schemas.openxmlformats.org/officeDocument/2006/relationships/image" Target="/ppt/media/image.jpeg" Id="R90550c26a6c449e0" /><Relationship Type="http://schemas.openxmlformats.org/officeDocument/2006/relationships/image" Target="/ppt/media/image.png" Id="Ra1eedfeeeabd4480" /><Relationship Type="http://schemas.openxmlformats.org/officeDocument/2006/relationships/image" Target="/ppt/media/image2.png" Id="R9ad6992235424cba" /><Relationship Type="http://schemas.openxmlformats.org/officeDocument/2006/relationships/notesSlide" Target="/ppt/notesSlides/notesSlide1.xml" Id="R3783ffebac84475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9da1ff636e6442a" /><Relationship Type="http://schemas.openxmlformats.org/officeDocument/2006/relationships/image" Target="/ppt/media/image3.png" Id="R9716d8b087404194" /><Relationship Type="http://schemas.openxmlformats.org/officeDocument/2006/relationships/notesSlide" Target="/ppt/notesSlides/notesSlide2.xml" Id="R60ffac7ba5f7451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c51b986904143d2" /><Relationship Type="http://schemas.openxmlformats.org/officeDocument/2006/relationships/image" Target="/ppt/media/image3.png" Id="Rb1ea2c0969834210" /><Relationship Type="http://schemas.openxmlformats.org/officeDocument/2006/relationships/notesSlide" Target="/ppt/notesSlides/notesSlide3.xml" Id="Rc384173d472c4f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76cd4fa75ce40e3" /><Relationship Type="http://schemas.openxmlformats.org/officeDocument/2006/relationships/image" Target="/ppt/media/image3.png" Id="R37859a4e4054424b" /><Relationship Type="http://schemas.openxmlformats.org/officeDocument/2006/relationships/notesSlide" Target="/ppt/notesSlides/notesSlide4.xml" Id="Reb3a809d361e425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f9eb07afb704f69" /><Relationship Type="http://schemas.openxmlformats.org/officeDocument/2006/relationships/image" Target="/ppt/media/image3.png" Id="R14d7d46a1fac4ae3" /><Relationship Type="http://schemas.openxmlformats.org/officeDocument/2006/relationships/notesSlide" Target="/ppt/notesSlides/notesSlide5.xml" Id="Rb0e02e59460a4a8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aecbb9e56574c3b" /><Relationship Type="http://schemas.openxmlformats.org/officeDocument/2006/relationships/image" Target="/ppt/media/image3.png" Id="Rd9138d6d86a842de" /><Relationship Type="http://schemas.openxmlformats.org/officeDocument/2006/relationships/notesSlide" Target="/ppt/notesSlides/notesSlide6.xml" Id="R42450868ac634e9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5734128de2a4c78" /><Relationship Type="http://schemas.openxmlformats.org/officeDocument/2006/relationships/image" Target="/ppt/media/image3.png" Id="R99b44ec5630a4f1e" /><Relationship Type="http://schemas.openxmlformats.org/officeDocument/2006/relationships/notesSlide" Target="/ppt/notesSlides/notesSlide7.xml" Id="R7a8db3807e794e3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f11ae22e8284a73" /><Relationship Type="http://schemas.openxmlformats.org/officeDocument/2006/relationships/image" Target="/ppt/media/image.jpeg" Id="R7f5afb5d38ea410f" /><Relationship Type="http://schemas.openxmlformats.org/officeDocument/2006/relationships/image" Target="/ppt/media/image.png" Id="R949903df2f1940b1" /><Relationship Type="http://schemas.openxmlformats.org/officeDocument/2006/relationships/image" Target="/ppt/media/image2.png" Id="Re5513b1f8cbf4777" /><Relationship Type="http://schemas.openxmlformats.org/officeDocument/2006/relationships/notesSlide" Target="/ppt/notesSlides/notesSlide8.xml" Id="R8182fab77da24cc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85" name="Google Shape;85;p13">
            <a:extLst xmlns:a="http://schemas.openxmlformats.org/drawingml/2006/main">
              <a:ext uri="{FF2B5EF4-FFF2-40B4-BE49-F238E27FC236}">
                <a16:creationId xmlns:a16="http://schemas.microsoft.com/office/drawing/2014/main" id="{6FCB29C8-7AC2-4296-9847-361E712CD8D5}"/>
              </a:ext>
            </a:extLst>
          </p:cNvPr>
          <p:cNvSpPr>
            <a:spLocks xmlns:a="http://schemas.openxmlformats.org/drawingml/2006/main" noGrp="1"/>
          </p:cNvSpPr>
          <p:nvPr/>
        </p:nvSpPr>
        <p:spPr>
          <a:xfrm xmlns:a="http://schemas.openxmlformats.org/drawingml/2006/main" rot="0" flipH="0" flipV="0">
            <a:off x="1219200" y="4857750"/>
            <a:ext cx="15811500" cy="9689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6055" b="1">
                <a:solidFill>
                  <a:srgbClr val="1D1D1F"/>
                </a:solidFill>
                <a:latin typeface="Montserrat"/>
                <a:ea typeface="Montserrat"/>
                <a:cs typeface="Montserrat"/>
              </a:defRPr>
            </a:defPPr>
          </a:lstStyle>
          <a:p xmlns:a="http://schemas.openxmlformats.org/drawingml/2006/main">
            <a:pPr marL="0" marR="0" lvl="0" indent="0" algn="l">
              <a:lnSpc>
                <a:spcPct val="105000"/>
              </a:lnSpc>
              <a:spcBef>
                <a:spcPts val="0"/>
              </a:spcBef>
              <a:spcAft>
                <a:spcPts val="0"/>
              </a:spcAft>
              <a:buNone/>
              <a:defRPr sz="6055" b="1">
                <a:solidFill>
                  <a:srgbClr val="1D1D1F"/>
                </a:solidFill>
                <a:latin typeface="Montserrat"/>
                <a:ea typeface="Montserrat"/>
                <a:cs typeface="Montserrat"/>
              </a:defRPr>
            </a:pPr>
            <a:r>
              <a:rPr sz="6055" b="1" i="0" u="none" strike="noStrike" cap="none">
                <a:solidFill>
                  <a:srgbClr val="1D1D1F"/>
                </a:solidFill>
                <a:latin typeface="Montserrat"/>
                <a:ea typeface="Montserrat"/>
                <a:cs typeface="Montserrat"/>
              </a:rPr>
              <a:t>AURUM X</a:t>
            </a:r>
            <a:endParaRPr/>
          </a:p>
        </p:txBody>
      </p:sp>
      <p:sp>
        <p:nvSpPr>
          <p:cNvPr id="86" name="Google Shape;86;p13">
            <a:extLst xmlns:a="http://schemas.openxmlformats.org/drawingml/2006/main">
              <a:ext uri="{FF2B5EF4-FFF2-40B4-BE49-F238E27FC236}">
                <a16:creationId xmlns:a16="http://schemas.microsoft.com/office/drawing/2014/main" id="{8BAB41AE-E804-4748-872E-A210A916D700}"/>
              </a:ext>
            </a:extLst>
          </p:cNvPr>
          <p:cNvSpPr>
            <a:spLocks xmlns:a="http://schemas.openxmlformats.org/drawingml/2006/main" noGrp="1"/>
          </p:cNvSpPr>
          <p:nvPr/>
        </p:nvSpPr>
        <p:spPr>
          <a:xfrm xmlns:a="http://schemas.openxmlformats.org/drawingml/2006/main" rot="0" flipH="0" flipV="0">
            <a:off x="1524000" y="6143625"/>
            <a:ext cx="15240000" cy="312769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925" b="0">
                <a:solidFill>
                  <a:srgbClr val="1D1D1F"/>
                </a:solidFill>
                <a:latin typeface="IBM Plex Sans"/>
                <a:ea typeface="IBM Plex Sans"/>
                <a:cs typeface="IBM Plex Sans"/>
              </a:defRPr>
            </a:defPPr>
          </a:lstStyle>
          <a:p xmlns:a="http://schemas.openxmlformats.org/drawingml/2006/main">
            <a:pPr algn="l">
              <a:lnSpc>
                <a:spcPct val="105000"/>
              </a:lnSpc>
              <a:spcAft>
                <a:spcPts val="1000"/>
              </a:spcAft>
              <a:buNone/>
              <a:defRPr sz="2925" b="0">
                <a:solidFill>
                  <a:srgbClr val="1D1D1F"/>
                </a:solidFill>
                <a:latin typeface="IBM Plex Sans"/>
                <a:ea typeface="IBM Plex Sans"/>
                <a:cs typeface="IBM Plex Sans"/>
              </a:defRPr>
            </a:pPr>
            <a:r>
              <a:rPr sz="2925" b="0">
                <a:solidFill>
                  <a:srgbClr val="1D1D1F"/>
                </a:solidFill>
                <a:latin typeface="IBM Plex Sans"/>
                <a:ea typeface="IBM Plex Sans"/>
                <a:cs typeface="IBM Plex Sans"/>
              </a:rPr>
              <a:t>Track 03: Commodity Derivatives Intelligence</a:t>
            </a:r>
          </a:p>
          <a:p xmlns:a="http://schemas.openxmlformats.org/drawingml/2006/main">
            <a:pPr algn="l">
              <a:lnSpc>
                <a:spcPct val="105000"/>
              </a:lnSpc>
              <a:spcAft>
                <a:spcPts val="2200"/>
              </a:spcAft>
              <a:buNone/>
              <a:defRPr sz="2925" b="0">
                <a:solidFill>
                  <a:srgbClr val="1D1D1F"/>
                </a:solidFill>
                <a:latin typeface="IBM Plex Sans"/>
                <a:ea typeface="IBM Plex Sans"/>
                <a:cs typeface="IBM Plex Sans"/>
              </a:defRPr>
            </a:pPr>
            <a:r>
              <a:rPr sz="2925" b="0">
                <a:solidFill>
                  <a:srgbClr val="1D1D1F"/>
                </a:solidFill>
                <a:latin typeface="IBM Plex Sans"/>
                <a:ea typeface="IBM Plex Sans"/>
                <a:cs typeface="IBM Plex Sans"/>
              </a:rPr>
              <a:t>Research for MCX gold futures</a:t>
            </a:r>
          </a:p>
          <a:p xmlns:a="http://schemas.openxmlformats.org/drawingml/2006/main">
            <a:pPr algn="l">
              <a:lnSpc>
                <a:spcPct val="105000"/>
              </a:lnSpc>
              <a:spcAft>
                <a:spcPts val="1000"/>
              </a:spcAft>
              <a:buNone/>
              <a:defRPr sz="2925" b="0">
                <a:solidFill>
                  <a:srgbClr val="1D1D1F"/>
                </a:solidFill>
                <a:latin typeface="IBM Plex Sans"/>
                <a:ea typeface="IBM Plex Sans"/>
                <a:cs typeface="IBM Plex Sans"/>
              </a:defRPr>
            </a:pPr>
            <a:r>
              <a:rPr sz="2925" b="0">
                <a:solidFill>
                  <a:srgbClr val="1D1D1F"/>
                </a:solidFill>
                <a:latin typeface="IBM Plex Sans"/>
                <a:ea typeface="IBM Plex Sans"/>
                <a:cs typeface="IBM Plex Sans"/>
              </a:rPr>
              <a:t>Harshit Srivastava: Team Leader</a:t>
            </a:r>
          </a:p>
          <a:p xmlns:a="http://schemas.openxmlformats.org/drawingml/2006/main">
            <a:pPr algn="l">
              <a:lnSpc>
                <a:spcPct val="105000"/>
              </a:lnSpc>
              <a:spcAft>
                <a:spcPts val="1000"/>
              </a:spcAft>
              <a:buNone/>
              <a:defRPr sz="2925" b="0">
                <a:solidFill>
                  <a:srgbClr val="1D1D1F"/>
                </a:solidFill>
                <a:latin typeface="IBM Plex Sans"/>
                <a:ea typeface="IBM Plex Sans"/>
                <a:cs typeface="IBM Plex Sans"/>
              </a:defRPr>
            </a:pPr>
            <a:r>
              <a:rPr sz="2925" b="0">
                <a:solidFill>
                  <a:srgbClr val="1D1D1F"/>
                </a:solidFill>
                <a:latin typeface="IBM Plex Sans"/>
                <a:ea typeface="IBM Plex Sans"/>
                <a:cs typeface="IBM Plex Sans"/>
              </a:rPr>
              <a:t>Sameeksha Verma: Team Member</a:t>
            </a:r>
          </a:p>
          <a:p xmlns:a="http://schemas.openxmlformats.org/drawingml/2006/main">
            <a:pPr algn="l">
              <a:lnSpc>
                <a:spcPct val="105000"/>
              </a:lnSpc>
              <a:spcAft>
                <a:spcPts val="1000"/>
              </a:spcAft>
              <a:buNone/>
              <a:defRPr sz="2925" b="0">
                <a:solidFill>
                  <a:srgbClr val="1D1D1F"/>
                </a:solidFill>
                <a:latin typeface="IBM Plex Sans"/>
                <a:ea typeface="IBM Plex Sans"/>
                <a:cs typeface="IBM Plex Sans"/>
              </a:defRPr>
            </a:pPr>
            <a:r>
              <a:rPr sz="2925" b="0">
                <a:solidFill>
                  <a:srgbClr val="1D1D1F"/>
                </a:solidFill>
                <a:latin typeface="IBM Plex Sans"/>
                <a:ea typeface="IBM Plex Sans"/>
                <a:cs typeface="IBM Plex Sans"/>
              </a:rPr>
              <a:t>Ritish Yadav: Team Member</a:t>
            </a:r>
          </a:p>
        </p:txBody>
      </p:sp>
      <p:pic>
        <p:nvPicPr>
          <p:cNvPr id="87" name="Google Shape;87;p13">
            <a:extLst xmlns:a="http://schemas.openxmlformats.org/drawingml/2006/main">
              <a:ext uri="{FF2B5EF4-FFF2-40B4-BE49-F238E27FC236}">
                <a16:creationId xmlns:a16="http://schemas.microsoft.com/office/drawing/2014/main" id="{90DF9904-C893-495C-B8A8-42C12AC1446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0550c26a6c449e0">
            <a:alphaModFix/>
          </a:blip>
          <a:srcRect xmlns:a="http://schemas.openxmlformats.org/drawingml/2006/main" l="38928" t="0" r="16455" b="0"/>
          <a:stretch xmlns:a="http://schemas.openxmlformats.org/drawingml/2006/main"/>
        </p:blipFill>
        <p:spPr>
          <a:xfrm xmlns:a="http://schemas.openxmlformats.org/drawingml/2006/main" rot="-5400000">
            <a:off x="7123100" y="-7111200"/>
            <a:ext cx="4088375" cy="18326624"/>
          </a:xfrm>
          <a:prstGeom xmlns:a="http://schemas.openxmlformats.org/drawingml/2006/main" prst="rect">
            <a:avLst/>
          </a:prstGeom>
          <a:ln xmlns:a="http://schemas.openxmlformats.org/drawingml/2006/main">
            <a:noFill/>
          </a:ln>
        </p:spPr>
      </p:pic>
      <p:pic>
        <p:nvPicPr>
          <p:cNvPr id="88" name="Google Shape;88;p13">
            <a:extLst xmlns:a="http://schemas.openxmlformats.org/drawingml/2006/main">
              <a:ext uri="{FF2B5EF4-FFF2-40B4-BE49-F238E27FC236}">
                <a16:creationId xmlns:a16="http://schemas.microsoft.com/office/drawing/2014/main" id="{329026B9-E006-4EB7-9E45-5A7B6BDD53F1}"/>
              </a:ext>
            </a:extLst>
          </p:cNvPr>
          <p:cNvPicPr>
            <a:picLocks xmlns:a="http://schemas.openxmlformats.org/drawingml/2006/main" noChangeAspect="1"/>
          </p:cNvPicPr>
          <p:nvPr/>
        </p:nvPicPr>
        <p:blipFill>
          <a:blip xmlns:r="http://schemas.openxmlformats.org/officeDocument/2006/relationships" xmlns:a="http://schemas.openxmlformats.org/drawingml/2006/main" r:embed="Ra1eedfeeeabd4480">
            <a:alphaModFix/>
          </a:blip>
          <a:stretch xmlns:a="http://schemas.openxmlformats.org/drawingml/2006/main">
            <a:fillRect l="0" t="0" r="0" b="0"/>
          </a:stretch>
        </p:blipFill>
        <p:spPr>
          <a:xfrm xmlns:a="http://schemas.openxmlformats.org/drawingml/2006/main">
            <a:off x="318675" y="296224"/>
            <a:ext cx="7240346" cy="791925"/>
          </a:xfrm>
          <a:prstGeom xmlns:a="http://schemas.openxmlformats.org/drawingml/2006/main" prst="rect">
            <a:avLst/>
          </a:prstGeom>
          <a:ln xmlns:a="http://schemas.openxmlformats.org/drawingml/2006/main">
            <a:noFill/>
          </a:ln>
        </p:spPr>
      </p:pic>
      <p:pic>
        <p:nvPicPr>
          <p:cNvPr id="89" name="Google Shape;89;p13">
            <a:extLst xmlns:a="http://schemas.openxmlformats.org/drawingml/2006/main">
              <a:ext uri="{FF2B5EF4-FFF2-40B4-BE49-F238E27FC236}">
                <a16:creationId xmlns:a16="http://schemas.microsoft.com/office/drawing/2014/main" id="{C7400B2A-5765-4EBE-861C-B2C5F1733901}"/>
              </a:ext>
            </a:extLst>
          </p:cNvPr>
          <p:cNvPicPr>
            <a:picLocks xmlns:a="http://schemas.openxmlformats.org/drawingml/2006/main" noChangeAspect="1"/>
          </p:cNvPicPr>
          <p:nvPr/>
        </p:nvPicPr>
        <p:blipFill>
          <a:blip xmlns:r="http://schemas.openxmlformats.org/officeDocument/2006/relationships" xmlns:a="http://schemas.openxmlformats.org/drawingml/2006/main" r:embed="R9ad6992235424cba">
            <a:alphaModFix/>
          </a:blip>
          <a:stretch xmlns:a="http://schemas.openxmlformats.org/drawingml/2006/main">
            <a:fillRect l="0" t="0" r="0" b="0"/>
          </a:stretch>
        </p:blipFill>
        <p:spPr>
          <a:xfrm xmlns:a="http://schemas.openxmlformats.org/drawingml/2006/main">
            <a:off x="12520575" y="296231"/>
            <a:ext cx="5599601" cy="791925"/>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67755679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4" name="Google Shape;94;p14">
            <a:extLst xmlns:a="http://schemas.openxmlformats.org/drawingml/2006/main">
              <a:ext uri="{FF2B5EF4-FFF2-40B4-BE49-F238E27FC236}">
                <a16:creationId xmlns:a16="http://schemas.microsoft.com/office/drawing/2014/main" id="{F814C27B-6DB4-4BE1-B9F7-F209C666A1A0}"/>
              </a:ext>
            </a:extLst>
          </p:cNvPr>
          <p:cNvSpPr>
            <a:spLocks xmlns:a="http://schemas.openxmlformats.org/drawingml/2006/main" noGrp="1"/>
          </p:cNvSpPr>
          <p:nvPr/>
        </p:nvSpPr>
        <p:spPr>
          <a:xfrm xmlns:a="http://schemas.openxmlformats.org/drawingml/2006/main">
            <a:off x="1524000" y="2047875"/>
            <a:ext cx="15240000" cy="4952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3095" b="1">
                <a:solidFill>
                  <a:srgbClr val="1D1D1F"/>
                </a:solidFill>
                <a:latin typeface="Montserrat"/>
                <a:ea typeface="Montserrat"/>
                <a:cs typeface="Montserrat"/>
              </a:defRPr>
            </a:defPPr>
          </a:lstStyle>
          <a:p xmlns:a="http://schemas.openxmlformats.org/drawingml/2006/main">
            <a:pPr marL="0" marR="0" lvl="0" indent="0" algn="l">
              <a:lnSpc>
                <a:spcPct val="105000"/>
              </a:lnSpc>
              <a:spcBef>
                <a:spcPts val="0"/>
              </a:spcBef>
              <a:spcAft>
                <a:spcPts val="0"/>
              </a:spcAft>
              <a:buNone/>
              <a:defRPr sz="3095" b="1">
                <a:solidFill>
                  <a:srgbClr val="1D1D1F"/>
                </a:solidFill>
                <a:latin typeface="Montserrat"/>
                <a:ea typeface="Montserrat"/>
                <a:cs typeface="Montserrat"/>
              </a:defRPr>
            </a:pPr>
            <a:r>
              <a:rPr sz="3095" b="1" i="0" u="none" strike="noStrike" cap="none">
                <a:solidFill>
                  <a:srgbClr val="1D1D1F"/>
                </a:solidFill>
                <a:latin typeface="Montserrat"/>
                <a:ea typeface="Montserrat"/>
                <a:cs typeface="Montserrat"/>
              </a:rPr>
              <a:t>PROBLEM STATEMENT &amp; THEME</a:t>
            </a:r>
            <a:endParaRPr/>
          </a:p>
        </p:txBody>
      </p:sp>
      <p:sp>
        <p:nvSpPr>
          <p:cNvPr id="96" name="Google Shape;96;p14">
            <a:extLst xmlns:a="http://schemas.openxmlformats.org/drawingml/2006/main">
              <a:ext uri="{FF2B5EF4-FFF2-40B4-BE49-F238E27FC236}">
                <a16:creationId xmlns:a16="http://schemas.microsoft.com/office/drawing/2014/main" id="{F0CBC287-C982-49EC-BA4B-1359E1A2CE92}"/>
              </a:ext>
            </a:extLst>
          </p:cNvPr>
          <p:cNvSpPr>
            <a:spLocks xmlns:a="http://schemas.openxmlformats.org/drawingml/2006/main" noGrp="1"/>
          </p:cNvSpPr>
          <p:nvPr/>
        </p:nvSpPr>
        <p:spPr>
          <a:xfrm xmlns:a="http://schemas.openxmlformats.org/drawingml/2006/main" rot="0" flipH="0" flipV="0">
            <a:off x="1714500" y="3048000"/>
            <a:ext cx="14859000" cy="46805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925" b="1">
                <a:solidFill>
                  <a:srgbClr val="1D1D1F"/>
                </a:solidFill>
                <a:latin typeface="IBM Plex Sans"/>
                <a:ea typeface="IBM Plex Sans"/>
                <a:cs typeface="IBM Plex Sans"/>
              </a:defRPr>
            </a:defPPr>
          </a:lstStyle>
          <a:p xmlns:a="http://schemas.openxmlformats.org/drawingml/2006/main">
            <a:pPr marL="0" marR="0" lvl="0" indent="0" algn="l">
              <a:lnSpc>
                <a:spcPct val="105000"/>
              </a:lnSpc>
              <a:spcBef>
                <a:spcPts val="0"/>
              </a:spcBef>
              <a:spcAft>
                <a:spcPts val="0"/>
              </a:spcAft>
              <a:buNone/>
              <a:defRPr sz="2925" b="1">
                <a:solidFill>
                  <a:srgbClr val="1D1D1F"/>
                </a:solidFill>
                <a:latin typeface="IBM Plex Sans"/>
                <a:ea typeface="IBM Plex Sans"/>
                <a:cs typeface="IBM Plex Sans"/>
              </a:defRPr>
            </a:pPr>
            <a:r>
              <a:rPr sz="2925" b="1">
                <a:solidFill>
                  <a:srgbClr val="1D1D1F"/>
                </a:solidFill>
                <a:latin typeface="IBM Plex Sans"/>
                <a:ea typeface="IBM Plex Sans"/>
                <a:cs typeface="IBM Plex Sans"/>
              </a:rPr>
              <a:t>Track 03: Commodity Derivatives Intelligence</a:t>
            </a:r>
            <a:endParaRPr sz="1800" b="0" i="0" u="none" strike="noStrike" cap="none">
              <a:solidFill>
                <a:schemeClr val="dk1"/>
              </a:solidFill>
              <a:latin typeface="Calibri"/>
              <a:ea typeface="Calibri"/>
              <a:cs typeface="Calibri"/>
            </a:endParaRPr>
          </a:p>
        </p:txBody>
      </p:sp>
      <p:sp>
        <p:nvSpPr>
          <p:cNvPr id="97" name="Google Shape;97;p14">
            <a:extLst xmlns:a="http://schemas.openxmlformats.org/drawingml/2006/main">
              <a:ext uri="{FF2B5EF4-FFF2-40B4-BE49-F238E27FC236}">
                <a16:creationId xmlns:a16="http://schemas.microsoft.com/office/drawing/2014/main" id="{68366D4A-29FB-4B48-AE69-50EBDF84F705}"/>
              </a:ext>
            </a:extLst>
          </p:cNvPr>
          <p:cNvSpPr>
            <a:spLocks xmlns:a="http://schemas.openxmlformats.org/drawingml/2006/main" noGrp="1"/>
          </p:cNvSpPr>
          <p:nvPr/>
        </p:nvSpPr>
        <p:spPr>
          <a:xfrm xmlns:a="http://schemas.openxmlformats.org/drawingml/2006/main" rot="0" flipH="0" flipV="0">
            <a:off x="1714500" y="3952875"/>
            <a:ext cx="14859000" cy="49128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925" b="0">
                <a:solidFill>
                  <a:srgbClr val="1D1D1F"/>
                </a:solidFill>
                <a:latin typeface="IBM Plex Sans"/>
                <a:ea typeface="IBM Plex Sans"/>
                <a:cs typeface="IBM Plex Sans"/>
              </a:defRPr>
            </a:defPPr>
          </a:lstStyle>
          <a:p xmlns:a="http://schemas.openxmlformats.org/drawingml/2006/main">
            <a:pPr marL="381000" indent="-254000" algn="l">
              <a:lnSpc>
                <a:spcPct val="105000"/>
              </a:lnSpc>
              <a:spcAft>
                <a:spcPts val="2300"/>
              </a:spcAft>
              <a:buNone/>
              <a:defRPr sz="2925" b="0">
                <a:solidFill>
                  <a:srgbClr val="1D1D1F"/>
                </a:solidFill>
                <a:latin typeface="IBM Plex Sans"/>
                <a:ea typeface="IBM Plex Sans"/>
                <a:cs typeface="IBM Plex Sans"/>
              </a:defRPr>
            </a:pPr>
            <a:r>
              <a:rPr sz="2925" b="1">
                <a:solidFill>
                  <a:srgbClr val="1D1D1F"/>
                </a:solidFill>
                <a:latin typeface="IBM Plex Sans"/>
                <a:ea typeface="IBM Plex Sans"/>
                <a:cs typeface="IBM Plex Sans"/>
              </a:rPr>
              <a:t>Problem:</a:t>
            </a:r>
            <a:r>
              <a:rPr sz="2925" b="0">
                <a:solidFill>
                  <a:srgbClr val="1D1D1F"/>
                </a:solidFill>
                <a:latin typeface="IBM Plex Sans"/>
                <a:ea typeface="IBM Plex Sans"/>
                <a:cs typeface="IBM Plex Sans"/>
              </a:rPr>
              <a:t> GOLDM, GOLDTEN, GOLDGUINEA and GOLDPETAL represent gold, but lot size, quotation base, purity and expiry differ.</a:t>
            </a:r>
          </a:p>
          <a:p xmlns:a="http://schemas.openxmlformats.org/drawingml/2006/main">
            <a:pPr marL="381000" indent="-254000" algn="l">
              <a:lnSpc>
                <a:spcPct val="105000"/>
              </a:lnSpc>
              <a:spcAft>
                <a:spcPts val="2300"/>
              </a:spcAft>
              <a:buNone/>
              <a:defRPr sz="2925" b="0">
                <a:solidFill>
                  <a:srgbClr val="1D1D1F"/>
                </a:solidFill>
                <a:latin typeface="IBM Plex Sans"/>
                <a:ea typeface="IBM Plex Sans"/>
                <a:cs typeface="IBM Plex Sans"/>
              </a:defRPr>
            </a:pPr>
            <a:r>
              <a:rPr sz="2925" b="1">
                <a:solidFill>
                  <a:srgbClr val="1D1D1F"/>
                </a:solidFill>
                <a:latin typeface="IBM Plex Sans"/>
                <a:ea typeface="IBM Plex Sans"/>
                <a:cs typeface="IBM Plex Sans"/>
              </a:rPr>
              <a:t>Impact:</a:t>
            </a:r>
            <a:r>
              <a:rPr sz="2925" b="0">
                <a:solidFill>
                  <a:srgbClr val="1D1D1F"/>
                </a:solidFill>
                <a:latin typeface="IBM Plex Sans"/>
                <a:ea typeface="IBM Plex Sans"/>
                <a:cs typeface="IBM Plex Sans"/>
              </a:rPr>
              <a:t> a visible price gap may reflect contract mechanics, maturity or delivery basis. Fees and thin trading can erase an apparent advantage.</a:t>
            </a:r>
          </a:p>
          <a:p xmlns:a="http://schemas.openxmlformats.org/drawingml/2006/main">
            <a:pPr marL="381000" indent="-254000" algn="l">
              <a:lnSpc>
                <a:spcPct val="105000"/>
              </a:lnSpc>
              <a:spcAft>
                <a:spcPts val="2300"/>
              </a:spcAft>
              <a:buNone/>
              <a:defRPr sz="2925" b="0">
                <a:solidFill>
                  <a:srgbClr val="1D1D1F"/>
                </a:solidFill>
                <a:latin typeface="IBM Plex Sans"/>
                <a:ea typeface="IBM Plex Sans"/>
                <a:cs typeface="IBM Plex Sans"/>
              </a:defRPr>
            </a:pPr>
            <a:r>
              <a:rPr sz="2925" b="1">
                <a:solidFill>
                  <a:srgbClr val="1D1D1F"/>
                </a:solidFill>
                <a:latin typeface="IBM Plex Sans"/>
                <a:ea typeface="IBM Plex Sans"/>
                <a:cs typeface="IBM Plex Sans"/>
              </a:rPr>
              <a:t>Research challenge:</a:t>
            </a:r>
            <a:r>
              <a:rPr sz="2925" b="0">
                <a:solidFill>
                  <a:srgbClr val="1D1D1F"/>
                </a:solidFill>
                <a:latin typeface="IBM Plex Sans"/>
                <a:ea typeface="IBM Plex Sans"/>
                <a:cs typeface="IBM Plex Sans"/>
              </a:rPr>
              <a:t> compare normalized exact contracts, separate curve movement from roll-down, and replay decisions without future information.</a:t>
            </a:r>
          </a:p>
          <a:p xmlns:a="http://schemas.openxmlformats.org/drawingml/2006/main">
            <a:pPr marL="381000" indent="-254000" algn="l">
              <a:lnSpc>
                <a:spcPct val="105000"/>
              </a:lnSpc>
              <a:spcAft>
                <a:spcPts val="2300"/>
              </a:spcAft>
              <a:buNone/>
              <a:defRPr sz="2925" b="0">
                <a:solidFill>
                  <a:srgbClr val="1D1D1F"/>
                </a:solidFill>
                <a:latin typeface="IBM Plex Sans"/>
                <a:ea typeface="IBM Plex Sans"/>
                <a:cs typeface="IBM Plex Sans"/>
              </a:defRPr>
            </a:pPr>
            <a:r>
              <a:rPr sz="2925" b="1">
                <a:solidFill>
                  <a:srgbClr val="1D1D1F"/>
                </a:solidFill>
                <a:latin typeface="IBM Plex Sans"/>
                <a:ea typeface="IBM Plex Sans"/>
                <a:cs typeface="IBM Plex Sans"/>
              </a:rPr>
              <a:t>Responsible output:</a:t>
            </a:r>
            <a:r>
              <a:rPr sz="2925" b="0">
                <a:solidFill>
                  <a:srgbClr val="1D1D1F"/>
                </a:solidFill>
                <a:latin typeface="IBM Plex Sans"/>
                <a:ea typeface="IBM Plex Sans"/>
                <a:cs typeface="IBM Plex Sans"/>
              </a:rPr>
              <a:t> account for costs, contract calendars and gold exposure. Suppress unsupported signals and report when evidence is insufficient.</a:t>
            </a:r>
          </a:p>
        </p:txBody>
      </p:sp>
      <p:pic>
        <p:nvPicPr>
          <p:cNvPr id="98" name="Google Shape;98;p14">
            <a:extLst xmlns:a="http://schemas.openxmlformats.org/drawingml/2006/main">
              <a:ext uri="{FF2B5EF4-FFF2-40B4-BE49-F238E27FC236}">
                <a16:creationId xmlns:a16="http://schemas.microsoft.com/office/drawing/2014/main" id="{82DB7B43-548C-472B-8E90-9433C7AB533E}"/>
              </a:ext>
            </a:extLst>
          </p:cNvPr>
          <p:cNvPicPr>
            <a:picLocks xmlns:a="http://schemas.openxmlformats.org/drawingml/2006/main" noChangeAspect="1"/>
          </p:cNvPicPr>
          <p:nvPr/>
        </p:nvPicPr>
        <p:blipFill>
          <a:blip xmlns:r="http://schemas.openxmlformats.org/officeDocument/2006/relationships" xmlns:a="http://schemas.openxmlformats.org/drawingml/2006/main" r:embed="R9716d8b087404194">
            <a:alphaModFix/>
          </a:blip>
          <a:stretch xmlns:a="http://schemas.openxmlformats.org/drawingml/2006/main">
            <a:fillRect l="0" t="0" r="0" b="0"/>
          </a:stretch>
        </p:blipFill>
        <p:spPr>
          <a:xfrm xmlns:a="http://schemas.openxmlformats.org/drawingml/2006/main">
            <a:off x="0" y="0"/>
            <a:ext cx="18288000" cy="1205517"/>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42780952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03" name="Google Shape;103;p15">
            <a:extLst xmlns:a="http://schemas.openxmlformats.org/drawingml/2006/main">
              <a:ext uri="{FF2B5EF4-FFF2-40B4-BE49-F238E27FC236}">
                <a16:creationId xmlns:a16="http://schemas.microsoft.com/office/drawing/2014/main" id="{FE866770-6A28-4953-B66B-05A5E2490955}"/>
              </a:ext>
            </a:extLst>
          </p:cNvPr>
          <p:cNvSpPr>
            <a:spLocks xmlns:a="http://schemas.openxmlformats.org/drawingml/2006/main" noGrp="1"/>
          </p:cNvSpPr>
          <p:nvPr/>
        </p:nvSpPr>
        <p:spPr>
          <a:xfrm xmlns:a="http://schemas.openxmlformats.org/drawingml/2006/main">
            <a:off x="1524000" y="2047875"/>
            <a:ext cx="15240000" cy="4952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3095" b="1">
                <a:solidFill>
                  <a:srgbClr val="1D1D1F"/>
                </a:solidFill>
                <a:latin typeface="Montserrat"/>
                <a:ea typeface="Montserrat"/>
                <a:cs typeface="Montserrat"/>
              </a:defRPr>
            </a:defPPr>
          </a:lstStyle>
          <a:p xmlns:a="http://schemas.openxmlformats.org/drawingml/2006/main">
            <a:pPr marL="0" marR="0" lvl="0" indent="0" algn="l">
              <a:lnSpc>
                <a:spcPct val="105000"/>
              </a:lnSpc>
              <a:spcBef>
                <a:spcPts val="0"/>
              </a:spcBef>
              <a:spcAft>
                <a:spcPts val="0"/>
              </a:spcAft>
              <a:buNone/>
              <a:defRPr sz="3095" b="1">
                <a:solidFill>
                  <a:srgbClr val="1D1D1F"/>
                </a:solidFill>
                <a:latin typeface="Montserrat"/>
                <a:ea typeface="Montserrat"/>
                <a:cs typeface="Montserrat"/>
              </a:defRPr>
            </a:pPr>
            <a:r>
              <a:rPr sz="3095" b="1" i="0" u="none" strike="noStrike" cap="none">
                <a:solidFill>
                  <a:srgbClr val="1D1D1F"/>
                </a:solidFill>
                <a:latin typeface="Montserrat"/>
                <a:ea typeface="Montserrat"/>
                <a:cs typeface="Montserrat"/>
              </a:rPr>
              <a:t>SOLUTION</a:t>
            </a:r>
            <a:endParaRPr/>
          </a:p>
        </p:txBody>
      </p:sp>
      <p:sp>
        <p:nvSpPr>
          <p:cNvPr id="105" name="Google Shape;105;p15">
            <a:extLst xmlns:a="http://schemas.openxmlformats.org/drawingml/2006/main">
              <a:ext uri="{FF2B5EF4-FFF2-40B4-BE49-F238E27FC236}">
                <a16:creationId xmlns:a16="http://schemas.microsoft.com/office/drawing/2014/main" id="{74AF5C2D-8BC7-4E9C-93A5-A83A70D65519}"/>
              </a:ext>
            </a:extLst>
          </p:cNvPr>
          <p:cNvSpPr>
            <a:spLocks xmlns:a="http://schemas.openxmlformats.org/drawingml/2006/main" noGrp="1"/>
          </p:cNvSpPr>
          <p:nvPr/>
        </p:nvSpPr>
        <p:spPr>
          <a:xfrm xmlns:a="http://schemas.openxmlformats.org/drawingml/2006/main" rot="0" flipH="0" flipV="0">
            <a:off x="1714500" y="3667125"/>
            <a:ext cx="7143750" cy="66550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784" b="0">
                <a:solidFill>
                  <a:srgbClr val="1D1D1F"/>
                </a:solidFill>
                <a:latin typeface="IBM Plex Sans"/>
                <a:ea typeface="IBM Plex Sans"/>
                <a:cs typeface="IBM Plex Sans"/>
              </a:defRPr>
            </a:defPPr>
          </a:lstStyle>
          <a:p xmlns:a="http://schemas.openxmlformats.org/drawingml/2006/main">
            <a:pPr marL="381000" indent="-254000" algn="l">
              <a:lnSpc>
                <a:spcPct val="105000"/>
              </a:lnSpc>
              <a:spcAft>
                <a:spcPts val="1700"/>
              </a:spcAft>
              <a:buNone/>
              <a:defRPr sz="2784" b="0">
                <a:solidFill>
                  <a:srgbClr val="1D1D1F"/>
                </a:solidFill>
                <a:latin typeface="IBM Plex Sans"/>
                <a:ea typeface="IBM Plex Sans"/>
                <a:cs typeface="IBM Plex Sans"/>
              </a:defRPr>
            </a:pPr>
            <a:r>
              <a:rPr sz="2784" b="1">
                <a:solidFill>
                  <a:srgbClr val="1D1D1F"/>
                </a:solidFill>
                <a:latin typeface="IBM Plex Sans"/>
                <a:ea typeface="IBM Plex Sans"/>
                <a:cs typeface="IBM Plex Sans"/>
              </a:rPr>
              <a:t>Relative Value Explorer:</a:t>
            </a:r>
            <a:r>
              <a:rPr sz="2784" b="0">
                <a:solidFill>
                  <a:srgbClr val="1D1D1F"/>
                </a:solidFill>
                <a:latin typeface="IBM Plex Sans"/>
                <a:ea typeface="IBM Plex Sans"/>
                <a:cs typeface="IBM Plex Sans"/>
              </a:rPr>
              <a:t> six-pair scan, exact-expiry unit/purity normalization, Z/MAD deviations and maturity adjustment.</a:t>
            </a:r>
          </a:p>
          <a:p xmlns:a="http://schemas.openxmlformats.org/drawingml/2006/main">
            <a:pPr marL="381000" indent="-254000" algn="l">
              <a:lnSpc>
                <a:spcPct val="105000"/>
              </a:lnSpc>
              <a:spcAft>
                <a:spcPts val="1700"/>
              </a:spcAft>
              <a:buNone/>
              <a:defRPr sz="2784" b="0">
                <a:solidFill>
                  <a:srgbClr val="1D1D1F"/>
                </a:solidFill>
                <a:latin typeface="IBM Plex Sans"/>
                <a:ea typeface="IBM Plex Sans"/>
                <a:cs typeface="IBM Plex Sans"/>
              </a:defRPr>
            </a:pPr>
            <a:r>
              <a:rPr sz="2784" b="1">
                <a:solidFill>
                  <a:srgbClr val="1D1D1F"/>
                </a:solidFill>
                <a:latin typeface="IBM Plex Sans"/>
                <a:ea typeface="IBM Plex Sans"/>
                <a:cs typeface="IBM Plex Sans"/>
              </a:rPr>
              <a:t>Futures Curve Laboratory:</a:t>
            </a:r>
            <a:r>
              <a:rPr sz="2784" b="0">
                <a:solidFill>
                  <a:srgbClr val="1D1D1F"/>
                </a:solidFill>
                <a:latin typeface="IBM Plex Sans"/>
                <a:ea typeface="IBM Plex Sans"/>
                <a:cs typeface="IBM Plex Sans"/>
              </a:rPr>
              <a:t> curve shape, calendar spreads, empirical carry, roll-down and residual shift.</a:t>
            </a:r>
          </a:p>
          <a:p xmlns:a="http://schemas.openxmlformats.org/drawingml/2006/main">
            <a:pPr marL="381000" indent="-254000" algn="l">
              <a:lnSpc>
                <a:spcPct val="105000"/>
              </a:lnSpc>
              <a:spcAft>
                <a:spcPts val="1700"/>
              </a:spcAft>
              <a:buNone/>
              <a:defRPr sz="2784" b="0">
                <a:solidFill>
                  <a:srgbClr val="1D1D1F"/>
                </a:solidFill>
                <a:latin typeface="IBM Plex Sans"/>
                <a:ea typeface="IBM Plex Sans"/>
                <a:cs typeface="IBM Plex Sans"/>
              </a:defRPr>
            </a:pPr>
            <a:r>
              <a:rPr sz="2784" b="1">
                <a:solidFill>
                  <a:srgbClr val="1D1D1F"/>
                </a:solidFill>
                <a:latin typeface="IBM Plex Sans"/>
                <a:ea typeface="IBM Plex Sans"/>
                <a:cs typeface="IBM Plex Sans"/>
              </a:rPr>
              <a:t>Ghost Market:</a:t>
            </a:r>
            <a:r>
              <a:rPr sz="2784" b="0">
                <a:solidFill>
                  <a:srgbClr val="1D1D1F"/>
                </a:solidFill>
                <a:latin typeface="IBM Plex Sans"/>
                <a:ea typeface="IBM Plex Sans"/>
                <a:cs typeface="IBM Plex Sans"/>
              </a:rPr>
              <a:t> joint bootstrap across 11 stress classes with fixed seeds, tail summaries and cost sensitivity.</a:t>
            </a:r>
          </a:p>
          <a:p xmlns:a="http://schemas.openxmlformats.org/drawingml/2006/main">
            <a:pPr marL="381000" indent="-254000" algn="l">
              <a:lnSpc>
                <a:spcPct val="105000"/>
              </a:lnSpc>
              <a:spcAft>
                <a:spcPts val="1700"/>
              </a:spcAft>
              <a:buNone/>
              <a:defRPr sz="2784" b="0">
                <a:solidFill>
                  <a:srgbClr val="1D1D1F"/>
                </a:solidFill>
                <a:latin typeface="IBM Plex Sans"/>
                <a:ea typeface="IBM Plex Sans"/>
                <a:cs typeface="IBM Plex Sans"/>
              </a:defRPr>
            </a:pPr>
            <a:r>
              <a:rPr sz="2784" b="1">
                <a:solidFill>
                  <a:srgbClr val="1D1D1F"/>
                </a:solidFill>
                <a:latin typeface="IBM Plex Sans"/>
                <a:ea typeface="IBM Plex Sans"/>
                <a:cs typeface="IBM Plex Sans"/>
              </a:rPr>
              <a:t>Market Red Team:</a:t>
            </a:r>
            <a:r>
              <a:rPr sz="2784" b="0">
                <a:solidFill>
                  <a:srgbClr val="1D1D1F"/>
                </a:solidFill>
                <a:latin typeface="IBM Plex Sans"/>
                <a:ea typeface="IBM Plex Sans"/>
                <a:cs typeface="IBM Plex Sans"/>
              </a:rPr>
              <a:t> 21 executable checks for leakage, fills, costs, contract rules and evidence quality.</a:t>
            </a:r>
          </a:p>
        </p:txBody>
      </p:sp>
      <p:sp>
        <p:nvSpPr>
          <p:cNvPr id="106" name="Google Shape;106;p15">
            <a:extLst xmlns:a="http://schemas.openxmlformats.org/drawingml/2006/main">
              <a:ext uri="{FF2B5EF4-FFF2-40B4-BE49-F238E27FC236}">
                <a16:creationId xmlns:a16="http://schemas.microsoft.com/office/drawing/2014/main" id="{9EEA2A3D-1360-439F-9406-3D66313DD883}"/>
              </a:ext>
            </a:extLst>
          </p:cNvPr>
          <p:cNvSpPr>
            <a:spLocks xmlns:a="http://schemas.openxmlformats.org/drawingml/2006/main" noGrp="1"/>
          </p:cNvSpPr>
          <p:nvPr/>
        </p:nvSpPr>
        <p:spPr>
          <a:xfrm xmlns:a="http://schemas.openxmlformats.org/drawingml/2006/main" rot="0" flipH="0" flipV="0">
            <a:off x="9715500" y="3667125"/>
            <a:ext cx="7048500" cy="544555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784" b="0">
                <a:solidFill>
                  <a:srgbClr val="1D1D1F"/>
                </a:solidFill>
                <a:latin typeface="IBM Plex Sans"/>
                <a:ea typeface="IBM Plex Sans"/>
                <a:cs typeface="IBM Plex Sans"/>
              </a:defRPr>
            </a:defPPr>
          </a:lstStyle>
          <a:p xmlns:a="http://schemas.openxmlformats.org/drawingml/2006/main">
            <a:pPr marL="381000" indent="-254000" algn="l">
              <a:lnSpc>
                <a:spcPct val="105000"/>
              </a:lnSpc>
              <a:spcAft>
                <a:spcPts val="2600"/>
              </a:spcAft>
              <a:buNone/>
              <a:defRPr sz="2784" b="0">
                <a:solidFill>
                  <a:srgbClr val="1D1D1F"/>
                </a:solidFill>
                <a:latin typeface="IBM Plex Sans"/>
                <a:ea typeface="IBM Plex Sans"/>
                <a:cs typeface="IBM Plex Sans"/>
              </a:defRPr>
            </a:pPr>
            <a:r>
              <a:rPr sz="2784" b="1">
                <a:solidFill>
                  <a:srgbClr val="1D1D1F"/>
                </a:solidFill>
                <a:latin typeface="IBM Plex Sans"/>
                <a:ea typeface="IBM Plex Sans"/>
                <a:cs typeface="IBM Plex Sans"/>
              </a:rPr>
              <a:t>Time-Locked Replay:</a:t>
            </a:r>
            <a:r>
              <a:rPr sz="2784" b="0">
                <a:solidFill>
                  <a:srgbClr val="1D1D1F"/>
                </a:solidFill>
                <a:latin typeface="IBM Plex Sans"/>
                <a:ea typeface="IBM Plex Sans"/>
                <a:cs typeface="IBM Plex Sans"/>
              </a:rPr>
              <a:t> session clock, delayed Open fills, integer lots, walk-forward/frozen holdout, equity/P&amp;L and gold exposure.</a:t>
            </a:r>
          </a:p>
          <a:p xmlns:a="http://schemas.openxmlformats.org/drawingml/2006/main">
            <a:pPr marL="381000" indent="-254000" algn="l">
              <a:lnSpc>
                <a:spcPct val="105000"/>
              </a:lnSpc>
              <a:spcAft>
                <a:spcPts val="2600"/>
              </a:spcAft>
              <a:buNone/>
              <a:defRPr sz="2784" b="0">
                <a:solidFill>
                  <a:srgbClr val="1D1D1F"/>
                </a:solidFill>
                <a:latin typeface="IBM Plex Sans"/>
                <a:ea typeface="IBM Plex Sans"/>
                <a:cs typeface="IBM Plex Sans"/>
              </a:defRPr>
            </a:pPr>
            <a:r>
              <a:rPr sz="2784" b="1">
                <a:solidFill>
                  <a:srgbClr val="1D1D1F"/>
                </a:solidFill>
                <a:latin typeface="IBM Plex Sans"/>
                <a:ea typeface="IBM Plex Sans"/>
                <a:cs typeface="IBM Plex Sans"/>
              </a:rPr>
              <a:t>Profit Survival Map:</a:t>
            </a:r>
            <a:r>
              <a:rPr sz="2784" b="0">
                <a:solidFill>
                  <a:srgbClr val="1D1D1F"/>
                </a:solidFill>
                <a:latin typeface="IBM Plex Sans"/>
                <a:ea typeface="IBM Plex Sans"/>
                <a:cs typeface="IBM Plex Sans"/>
              </a:rPr>
              <a:t> cost/delay grids, holding, exit, slippage and liquidity slices, plus conditional break-even.</a:t>
            </a:r>
          </a:p>
          <a:p xmlns:a="http://schemas.openxmlformats.org/drawingml/2006/main">
            <a:pPr marL="381000" indent="-254000" algn="l">
              <a:lnSpc>
                <a:spcPct val="105000"/>
              </a:lnSpc>
              <a:spcAft>
                <a:spcPts val="2600"/>
              </a:spcAft>
              <a:buNone/>
              <a:defRPr sz="2784" b="0">
                <a:solidFill>
                  <a:srgbClr val="1D1D1F"/>
                </a:solidFill>
                <a:latin typeface="IBM Plex Sans"/>
                <a:ea typeface="IBM Plex Sans"/>
                <a:cs typeface="IBM Plex Sans"/>
              </a:defRPr>
            </a:pPr>
            <a:r>
              <a:rPr sz="2784" b="1">
                <a:solidFill>
                  <a:srgbClr val="1D1D1F"/>
                </a:solidFill>
                <a:latin typeface="IBM Plex Sans"/>
                <a:ea typeface="IBM Plex Sans"/>
                <a:cs typeface="IBM Plex Sans"/>
              </a:rPr>
              <a:t>Anomaly DNA:</a:t>
            </a:r>
            <a:r>
              <a:rPr sz="2784" b="0">
                <a:solidFill>
                  <a:srgbClr val="1D1D1F"/>
                </a:solidFill>
                <a:latin typeface="IBM Plex Sans"/>
                <a:ea typeface="IBM Plex Sans"/>
                <a:cs typeface="IBM Plex Sans"/>
              </a:rPr>
              <a:t> 11-feature prior analogs, robust scaling and non-overlapping completed outcomes.</a:t>
            </a:r>
          </a:p>
        </p:txBody>
      </p:sp>
      <p:pic>
        <p:nvPicPr>
          <p:cNvPr id="107" name="Google Shape;107;p15">
            <a:extLst xmlns:a="http://schemas.openxmlformats.org/drawingml/2006/main">
              <a:ext uri="{FF2B5EF4-FFF2-40B4-BE49-F238E27FC236}">
                <a16:creationId xmlns:a16="http://schemas.microsoft.com/office/drawing/2014/main" id="{BECDF5D6-2E39-430B-BBAA-AA28CB03F620}"/>
              </a:ext>
            </a:extLst>
          </p:cNvPr>
          <p:cNvPicPr>
            <a:picLocks xmlns:a="http://schemas.openxmlformats.org/drawingml/2006/main" noChangeAspect="1"/>
          </p:cNvPicPr>
          <p:nvPr/>
        </p:nvPicPr>
        <p:blipFill>
          <a:blip xmlns:r="http://schemas.openxmlformats.org/officeDocument/2006/relationships" xmlns:a="http://schemas.openxmlformats.org/drawingml/2006/main" r:embed="Rb1ea2c0969834210">
            <a:alphaModFix/>
          </a:blip>
          <a:stretch xmlns:a="http://schemas.openxmlformats.org/drawingml/2006/main">
            <a:fillRect l="0" t="0" r="0" b="0"/>
          </a:stretch>
        </p:blipFill>
        <p:spPr>
          <a:xfrm xmlns:a="http://schemas.openxmlformats.org/drawingml/2006/main">
            <a:off x="0" y="0"/>
            <a:ext cx="18288000" cy="1205517"/>
          </a:xfrm>
          <a:prstGeom xmlns:a="http://schemas.openxmlformats.org/drawingml/2006/main" prst="rect">
            <a:avLst/>
          </a:prstGeom>
          <a:ln xmlns:a="http://schemas.openxmlformats.org/drawingml/2006/main">
            <a:noFill/>
          </a:ln>
        </p:spPr>
      </p:pic>
      <p:sp>
        <p:nvSpPr>
          <p:cNvPr id="108" name="">
            <a:extLst xmlns:a="http://schemas.openxmlformats.org/drawingml/2006/main">
              <a:ext uri="{FF2B5EF4-FFF2-40B4-BE49-F238E27FC236}">
                <a16:creationId xmlns:a16="http://schemas.microsoft.com/office/drawing/2014/main" id="{D0341C65-62F5-46E3-BD12-43FE3E50DF1D}"/>
              </a:ext>
            </a:extLst>
          </p:cNvPr>
          <p:cNvSpPr>
            <a:spLocks xmlns:a="http://schemas.openxmlformats.org/drawingml/2006/main" noGrp="1"/>
          </p:cNvSpPr>
          <p:nvPr/>
        </p:nvSpPr>
        <p:spPr>
          <a:xfrm xmlns:a="http://schemas.openxmlformats.org/drawingml/2006/main">
            <a:off x="1714500" y="2952750"/>
            <a:ext cx="1485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D1D1F"/>
                </a:solidFill>
                <a:latin typeface="IBM Plex Sans"/>
                <a:ea typeface="IBM Plex Sans"/>
                <a:cs typeface="IBM Plex Sans"/>
              </a:defRPr>
            </a:defPPr>
          </a:lstStyle>
          <a:p xmlns:a="http://schemas.openxmlformats.org/drawingml/2006/main">
            <a:pPr algn="l">
              <a:lnSpc>
                <a:spcPct val="105000"/>
              </a:lnSpc>
              <a:buNone/>
              <a:defRPr sz="2700" b="1">
                <a:solidFill>
                  <a:srgbClr val="1D1D1F"/>
                </a:solidFill>
                <a:latin typeface="IBM Plex Sans"/>
                <a:ea typeface="IBM Plex Sans"/>
                <a:cs typeface="IBM Plex Sans"/>
              </a:defRPr>
            </a:pPr>
            <a:r>
              <a:rPr sz="2700" b="1">
                <a:solidFill>
                  <a:srgbClr val="1D1D1F"/>
                </a:solidFill>
                <a:latin typeface="IBM Plex Sans"/>
                <a:ea typeface="IBM Plex Sans"/>
                <a:cs typeface="IBM Plex Sans"/>
              </a:rPr>
              <a:t>Seven analytical workspaces supported by a shared contract and evidence engine</a:t>
            </a:r>
          </a:p>
        </p:txBody>
      </p:sp>
    </p:spTree>
    <p:extLst>
      <p:ext uri="{BB962C8B-B14F-4D97-AF65-F5344CB8AC3E}">
        <p14:creationId xmlns:p14="http://schemas.microsoft.com/office/powerpoint/2010/main" val="42853921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12" name="Google Shape;112;p16">
            <a:extLst xmlns:a="http://schemas.openxmlformats.org/drawingml/2006/main">
              <a:ext uri="{FF2B5EF4-FFF2-40B4-BE49-F238E27FC236}">
                <a16:creationId xmlns:a16="http://schemas.microsoft.com/office/drawing/2014/main" id="{C6D26290-F199-4A56-A5AC-1146E01001DD}"/>
              </a:ext>
            </a:extLst>
          </p:cNvPr>
          <p:cNvSpPr>
            <a:spLocks xmlns:a="http://schemas.openxmlformats.org/drawingml/2006/main" noGrp="1"/>
          </p:cNvSpPr>
          <p:nvPr/>
        </p:nvSpPr>
        <p:spPr>
          <a:xfrm xmlns:a="http://schemas.openxmlformats.org/drawingml/2006/main">
            <a:off x="1524000" y="2047875"/>
            <a:ext cx="15240000" cy="4952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3095" b="1">
                <a:solidFill>
                  <a:srgbClr val="1D1D1F"/>
                </a:solidFill>
                <a:latin typeface="Montserrat"/>
                <a:ea typeface="Montserrat"/>
                <a:cs typeface="Montserrat"/>
              </a:defRPr>
            </a:defPPr>
          </a:lstStyle>
          <a:p xmlns:a="http://schemas.openxmlformats.org/drawingml/2006/main">
            <a:pPr marL="0" marR="0" lvl="0" indent="0" algn="l">
              <a:lnSpc>
                <a:spcPct val="105000"/>
              </a:lnSpc>
              <a:spcBef>
                <a:spcPts val="0"/>
              </a:spcBef>
              <a:spcAft>
                <a:spcPts val="0"/>
              </a:spcAft>
              <a:buNone/>
              <a:defRPr sz="3095" b="1">
                <a:solidFill>
                  <a:srgbClr val="1D1D1F"/>
                </a:solidFill>
                <a:latin typeface="Montserrat"/>
                <a:ea typeface="Montserrat"/>
                <a:cs typeface="Montserrat"/>
              </a:defRPr>
            </a:pPr>
            <a:r>
              <a:rPr sz="3095" b="1" i="0" u="none" strike="noStrike" cap="none">
                <a:solidFill>
                  <a:srgbClr val="1D1D1F"/>
                </a:solidFill>
                <a:latin typeface="Montserrat"/>
                <a:ea typeface="Montserrat"/>
                <a:cs typeface="Montserrat"/>
              </a:rPr>
              <a:t>ARCHITECTURE</a:t>
            </a:r>
            <a:endParaRPr/>
          </a:p>
        </p:txBody>
      </p:sp>
      <p:sp>
        <p:nvSpPr>
          <p:cNvPr id="114" name="Google Shape;114;p16">
            <a:extLst xmlns:a="http://schemas.openxmlformats.org/drawingml/2006/main">
              <a:ext uri="{FF2B5EF4-FFF2-40B4-BE49-F238E27FC236}">
                <a16:creationId xmlns:a16="http://schemas.microsoft.com/office/drawing/2014/main" id="{757FEA99-B075-4631-9268-840A57B5E4E7}"/>
              </a:ext>
            </a:extLst>
          </p:cNvPr>
          <p:cNvSpPr>
            <a:spLocks xmlns:a="http://schemas.openxmlformats.org/drawingml/2006/main" noGrp="1"/>
          </p:cNvSpPr>
          <p:nvPr/>
        </p:nvSpPr>
        <p:spPr>
          <a:xfrm xmlns:a="http://schemas.openxmlformats.org/drawingml/2006/main" rot="0" flipH="0" flipV="0">
            <a:off x="1714500" y="3048000"/>
            <a:ext cx="14859000" cy="559795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784" b="0">
                <a:solidFill>
                  <a:srgbClr val="1D1D1F"/>
                </a:solidFill>
                <a:latin typeface="IBM Plex Sans"/>
                <a:ea typeface="IBM Plex Sans"/>
                <a:cs typeface="IBM Plex Sans"/>
              </a:defRPr>
            </a:defPPr>
          </a:lstStyle>
          <a:p xmlns:a="http://schemas.openxmlformats.org/drawingml/2006/main">
            <a:pPr marL="381000" indent="-254000" algn="l">
              <a:lnSpc>
                <a:spcPct val="105000"/>
              </a:lnSpc>
              <a:spcAft>
                <a:spcPts val="1800"/>
              </a:spcAft>
              <a:buNone/>
              <a:defRPr sz="2784" b="0">
                <a:solidFill>
                  <a:srgbClr val="1D1D1F"/>
                </a:solidFill>
                <a:latin typeface="IBM Plex Sans"/>
                <a:ea typeface="IBM Plex Sans"/>
                <a:cs typeface="IBM Plex Sans"/>
              </a:defRPr>
            </a:pPr>
            <a:r>
              <a:rPr sz="2784" b="1">
                <a:solidFill>
                  <a:srgbClr val="1D1D1F"/>
                </a:solidFill>
                <a:latin typeface="IBM Plex Sans"/>
                <a:ea typeface="IBM Plex Sans"/>
                <a:cs typeface="IBM Plex Sans"/>
              </a:rPr>
              <a:t>Data Management:</a:t>
            </a:r>
            <a:r>
              <a:rPr sz="2784" b="0">
                <a:solidFill>
                  <a:srgbClr val="1D1D1F"/>
                </a:solidFill>
                <a:latin typeface="IBM Plex Sans"/>
                <a:ea typeface="IBM Plex Sans"/>
                <a:cs typeface="IBM Plex Sans"/>
              </a:rPr>
              <a:t> CSV, TSV, XLS/XLSX and ZIP ingestion, explicit dates, requested-date checks, duplicate handling, raw hashes and isolated synthetic data.</a:t>
            </a:r>
          </a:p>
          <a:p xmlns:a="http://schemas.openxmlformats.org/drawingml/2006/main">
            <a:pPr marL="381000" indent="-254000" algn="l">
              <a:lnSpc>
                <a:spcPct val="105000"/>
              </a:lnSpc>
              <a:spcAft>
                <a:spcPts val="1800"/>
              </a:spcAft>
              <a:buNone/>
              <a:defRPr sz="2784" b="0">
                <a:solidFill>
                  <a:srgbClr val="1D1D1F"/>
                </a:solidFill>
                <a:latin typeface="IBM Plex Sans"/>
                <a:ea typeface="IBM Plex Sans"/>
                <a:cs typeface="IBM Plex Sans"/>
              </a:defRPr>
            </a:pPr>
            <a:r>
              <a:rPr sz="2784" b="1">
                <a:solidFill>
                  <a:srgbClr val="1D1D1F"/>
                </a:solidFill>
                <a:latin typeface="IBM Plex Sans"/>
                <a:ea typeface="IBM Plex Sans"/>
                <a:cs typeface="IBM Plex Sans"/>
              </a:rPr>
              <a:t>Contract Genome:</a:t>
            </a:r>
            <a:r>
              <a:rPr sz="2784" b="0">
                <a:solidFill>
                  <a:srgbClr val="1D1D1F"/>
                </a:solidFill>
                <a:latin typeface="IBM Plex Sans"/>
                <a:ea typeface="IBM Plex Sans"/>
                <a:cs typeface="IBM Plex Sans"/>
              </a:rPr>
              <a:t> versioned quotation, purity, lot and location rules, exact expiry identities, integer hedge sizing and listing/tender/expiry eligibility.</a:t>
            </a:r>
          </a:p>
          <a:p xmlns:a="http://schemas.openxmlformats.org/drawingml/2006/main">
            <a:pPr marL="381000" indent="-254000" algn="l">
              <a:lnSpc>
                <a:spcPct val="105000"/>
              </a:lnSpc>
              <a:spcAft>
                <a:spcPts val="1800"/>
              </a:spcAft>
              <a:buNone/>
              <a:defRPr sz="2784" b="0">
                <a:solidFill>
                  <a:srgbClr val="1D1D1F"/>
                </a:solidFill>
                <a:latin typeface="IBM Plex Sans"/>
                <a:ea typeface="IBM Plex Sans"/>
                <a:cs typeface="IBM Plex Sans"/>
              </a:defRPr>
            </a:pPr>
            <a:r>
              <a:rPr sz="2784" b="1">
                <a:solidFill>
                  <a:srgbClr val="1D1D1F"/>
                </a:solidFill>
                <a:latin typeface="IBM Plex Sans"/>
                <a:ea typeface="IBM Plex Sans"/>
                <a:cs typeface="IBM Plex Sans"/>
              </a:rPr>
              <a:t>Settings:</a:t>
            </a:r>
            <a:r>
              <a:rPr sz="2784" b="0">
                <a:solidFill>
                  <a:srgbClr val="1D1D1F"/>
                </a:solidFill>
                <a:latin typeface="IBM Plex Sans"/>
                <a:ea typeface="IBM Plex Sans"/>
                <a:cs typeface="IBM Plex Sans"/>
              </a:rPr>
              <a:t> explicit cost schedules, slippage, capital, liquidity, replay and simulation controls. Session persistence and stale-result detection.</a:t>
            </a:r>
          </a:p>
          <a:p xmlns:a="http://schemas.openxmlformats.org/drawingml/2006/main">
            <a:pPr marL="381000" indent="-254000" algn="l">
              <a:lnSpc>
                <a:spcPct val="105000"/>
              </a:lnSpc>
              <a:spcAft>
                <a:spcPts val="1800"/>
              </a:spcAft>
              <a:buNone/>
              <a:defRPr sz="2784" b="0">
                <a:solidFill>
                  <a:srgbClr val="1D1D1F"/>
                </a:solidFill>
                <a:latin typeface="IBM Plex Sans"/>
                <a:ea typeface="IBM Plex Sans"/>
                <a:cs typeface="IBM Plex Sans"/>
              </a:defRPr>
            </a:pPr>
            <a:r>
              <a:rPr sz="2784" b="1">
                <a:solidFill>
                  <a:srgbClr val="1D1D1F"/>
                </a:solidFill>
                <a:latin typeface="IBM Plex Sans"/>
                <a:ea typeface="IBM Plex Sans"/>
                <a:cs typeface="IBM Plex Sans"/>
              </a:rPr>
              <a:t>Command Center + Mirage Investigation:</a:t>
            </a:r>
            <a:r>
              <a:rPr sz="2784" b="0">
                <a:solidFill>
                  <a:srgbClr val="1D1D1F"/>
                </a:solidFill>
                <a:latin typeface="IBM Plex Sans"/>
                <a:ea typeface="IBM Plex Sans"/>
                <a:cs typeface="IBM Plex Sans"/>
              </a:rPr>
              <a:t> coverage dashboard, full pipeline, A/B/C comparisons, candidates, curve adjustments and rejection reasons.</a:t>
            </a:r>
          </a:p>
          <a:p xmlns:a="http://schemas.openxmlformats.org/drawingml/2006/main">
            <a:pPr marL="381000" indent="-254000" algn="l">
              <a:lnSpc>
                <a:spcPct val="105000"/>
              </a:lnSpc>
              <a:spcAft>
                <a:spcPts val="1800"/>
              </a:spcAft>
              <a:buNone/>
              <a:defRPr sz="2784" b="0">
                <a:solidFill>
                  <a:srgbClr val="1D1D1F"/>
                </a:solidFill>
                <a:latin typeface="IBM Plex Sans"/>
                <a:ea typeface="IBM Plex Sans"/>
                <a:cs typeface="IBM Plex Sans"/>
              </a:defRPr>
            </a:pPr>
            <a:r>
              <a:rPr sz="2784" b="1">
                <a:solidFill>
                  <a:srgbClr val="1D1D1F"/>
                </a:solidFill>
                <a:latin typeface="IBM Plex Sans"/>
                <a:ea typeface="IBM Plex Sans"/>
                <a:cs typeface="IBM Plex Sans"/>
              </a:rPr>
              <a:t>Evidence Center:</a:t>
            </a:r>
            <a:r>
              <a:rPr sz="2784" b="0">
                <a:solidFill>
                  <a:srgbClr val="1D1D1F"/>
                </a:solidFill>
                <a:latin typeface="IBM Plex Sans"/>
                <a:ea typeface="IBM Plex Sans"/>
                <a:cs typeface="IBM Plex Sans"/>
              </a:rPr>
              <a:t> SQLite experiment ledger, preserved Parquet snapshots, JSON/CSV exports and deterministic reproduction with data, specification and code checks.</a:t>
            </a:r>
          </a:p>
        </p:txBody>
      </p:sp>
      <p:sp>
        <p:nvSpPr>
          <p:cNvPr id="115" name="Google Shape;115;p16">
            <a:extLst xmlns:a="http://schemas.openxmlformats.org/drawingml/2006/main">
              <a:ext uri="{FF2B5EF4-FFF2-40B4-BE49-F238E27FC236}">
                <a16:creationId xmlns:a16="http://schemas.microsoft.com/office/drawing/2014/main" id="{010558B1-1C58-4E80-9799-8B6B8B643A97}"/>
              </a:ext>
            </a:extLst>
          </p:cNvPr>
          <p:cNvSpPr>
            <a:spLocks xmlns:a="http://schemas.openxmlformats.org/drawingml/2006/main" noGrp="1"/>
          </p:cNvSpPr>
          <p:nvPr/>
        </p:nvSpPr>
        <p:spPr>
          <a:xfrm xmlns:a="http://schemas.openxmlformats.org/drawingml/2006/main" rot="0" flipH="0" flipV="0">
            <a:off x="1714500" y="8858250"/>
            <a:ext cx="14859000" cy="7680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400" b="1">
                <a:solidFill>
                  <a:srgbClr val="1D1D1F"/>
                </a:solidFill>
                <a:latin typeface="IBM Plex Sans"/>
                <a:ea typeface="IBM Plex Sans"/>
                <a:cs typeface="IBM Plex Sans"/>
              </a:defRPr>
            </a:defPPr>
          </a:lstStyle>
          <a:p xmlns:a="http://schemas.openxmlformats.org/drawingml/2006/main">
            <a:pPr marL="0" marR="0" lvl="0" indent="0" algn="l">
              <a:lnSpc>
                <a:spcPct val="105000"/>
              </a:lnSpc>
              <a:spcBef>
                <a:spcPts val="0"/>
              </a:spcBef>
              <a:spcAft>
                <a:spcPts val="0"/>
              </a:spcAft>
              <a:buNone/>
              <a:defRPr sz="2400" b="1">
                <a:solidFill>
                  <a:srgbClr val="1D1D1F"/>
                </a:solidFill>
                <a:latin typeface="IBM Plex Sans"/>
                <a:ea typeface="IBM Plex Sans"/>
                <a:cs typeface="IBM Plex Sans"/>
              </a:defRPr>
            </a:pPr>
            <a:r>
              <a:rPr sz="2400" b="1">
                <a:solidFill>
                  <a:srgbClr val="1D1D1F"/>
                </a:solidFill>
                <a:latin typeface="IBM Plex Sans"/>
                <a:ea typeface="IBM Plex Sans"/>
                <a:cs typeface="IBM Plex Sans"/>
              </a:rPr>
              <a:t>Streamlit + Plotly interface   /   FastAPI + Pydantic API</a:t>
            </a:r>
            <a:endParaRPr sz="1800" b="0" i="0" u="none" strike="noStrike" cap="none">
              <a:solidFill>
                <a:schemeClr val="dk1"/>
              </a:solidFill>
              <a:latin typeface="Calibri"/>
              <a:ea typeface="Calibri"/>
              <a:cs typeface="Calibri"/>
            </a:endParaRPr>
          </a:p>
          <a:p xmlns:a="http://schemas.openxmlformats.org/drawingml/2006/main">
            <a:pPr marL="0" marR="0" lvl="0" indent="0" algn="l">
              <a:lnSpc>
                <a:spcPct val="105000"/>
              </a:lnSpc>
              <a:spcBef>
                <a:spcPts val="0"/>
              </a:spcBef>
              <a:spcAft>
                <a:spcPts val="0"/>
              </a:spcAft>
              <a:buNone/>
              <a:defRPr sz="2400" b="1">
                <a:solidFill>
                  <a:srgbClr val="1D1D1F"/>
                </a:solidFill>
                <a:latin typeface="IBM Plex Sans"/>
                <a:ea typeface="IBM Plex Sans"/>
                <a:cs typeface="IBM Plex Sans"/>
              </a:defRPr>
            </a:pPr>
            <a:r>
              <a:rPr sz="2400" b="1">
                <a:solidFill>
                  <a:srgbClr val="1D1D1F"/>
                </a:solidFill>
                <a:latin typeface="IBM Plex Sans"/>
                <a:ea typeface="IBM Plex Sans"/>
                <a:cs typeface="IBM Plex Sans"/>
              </a:rPr>
              <a:t>DuckDB + Parquet market data   /   SQLite ledger   /   No paid API or required LLM</a:t>
            </a:r>
            <a:endParaRPr sz="1800" b="0" i="0" u="none" strike="noStrike" cap="none">
              <a:solidFill>
                <a:schemeClr val="dk1"/>
              </a:solidFill>
              <a:latin typeface="Calibri"/>
              <a:ea typeface="Calibri"/>
              <a:cs typeface="Calibri"/>
            </a:endParaRPr>
          </a:p>
        </p:txBody>
      </p:sp>
      <p:pic>
        <p:nvPicPr>
          <p:cNvPr id="116" name="Google Shape;116;p16">
            <a:extLst xmlns:a="http://schemas.openxmlformats.org/drawingml/2006/main">
              <a:ext uri="{FF2B5EF4-FFF2-40B4-BE49-F238E27FC236}">
                <a16:creationId xmlns:a16="http://schemas.microsoft.com/office/drawing/2014/main" id="{E609B1BC-53AA-4D05-91F2-17FF2380C0B6}"/>
              </a:ext>
            </a:extLst>
          </p:cNvPr>
          <p:cNvPicPr>
            <a:picLocks xmlns:a="http://schemas.openxmlformats.org/drawingml/2006/main" noChangeAspect="1"/>
          </p:cNvPicPr>
          <p:nvPr/>
        </p:nvPicPr>
        <p:blipFill>
          <a:blip xmlns:r="http://schemas.openxmlformats.org/officeDocument/2006/relationships" xmlns:a="http://schemas.openxmlformats.org/drawingml/2006/main" r:embed="R37859a4e4054424b">
            <a:alphaModFix/>
          </a:blip>
          <a:stretch xmlns:a="http://schemas.openxmlformats.org/drawingml/2006/main">
            <a:fillRect l="0" t="0" r="0" b="0"/>
          </a:stretch>
        </p:blipFill>
        <p:spPr>
          <a:xfrm xmlns:a="http://schemas.openxmlformats.org/drawingml/2006/main">
            <a:off x="0" y="0"/>
            <a:ext cx="18288000" cy="1205517"/>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81001928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21" name="Google Shape;121;p17">
            <a:extLst xmlns:a="http://schemas.openxmlformats.org/drawingml/2006/main">
              <a:ext uri="{FF2B5EF4-FFF2-40B4-BE49-F238E27FC236}">
                <a16:creationId xmlns:a16="http://schemas.microsoft.com/office/drawing/2014/main" id="{CE63219C-275E-491C-A730-5C95620919FF}"/>
              </a:ext>
            </a:extLst>
          </p:cNvPr>
          <p:cNvSpPr>
            <a:spLocks xmlns:a="http://schemas.openxmlformats.org/drawingml/2006/main" noGrp="1"/>
          </p:cNvSpPr>
          <p:nvPr/>
        </p:nvSpPr>
        <p:spPr>
          <a:xfrm xmlns:a="http://schemas.openxmlformats.org/drawingml/2006/main">
            <a:off x="1524000" y="2047875"/>
            <a:ext cx="15240000" cy="4952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3095" b="1">
                <a:solidFill>
                  <a:srgbClr val="1D1D1F"/>
                </a:solidFill>
                <a:latin typeface="Montserrat"/>
                <a:ea typeface="Montserrat"/>
                <a:cs typeface="Montserrat"/>
              </a:defRPr>
            </a:defPPr>
          </a:lstStyle>
          <a:p xmlns:a="http://schemas.openxmlformats.org/drawingml/2006/main">
            <a:pPr marL="0" marR="0" lvl="0" indent="0" algn="l">
              <a:lnSpc>
                <a:spcPct val="105000"/>
              </a:lnSpc>
              <a:spcBef>
                <a:spcPts val="0"/>
              </a:spcBef>
              <a:spcAft>
                <a:spcPts val="0"/>
              </a:spcAft>
              <a:buNone/>
              <a:defRPr sz="3095" b="1">
                <a:solidFill>
                  <a:srgbClr val="1D1D1F"/>
                </a:solidFill>
                <a:latin typeface="Montserrat"/>
                <a:ea typeface="Montserrat"/>
                <a:cs typeface="Montserrat"/>
              </a:defRPr>
            </a:pPr>
            <a:r>
              <a:rPr sz="3095" b="1" i="0" u="none" strike="noStrike" cap="none">
                <a:solidFill>
                  <a:srgbClr val="1D1D1F"/>
                </a:solidFill>
                <a:latin typeface="Montserrat"/>
                <a:ea typeface="Montserrat"/>
                <a:cs typeface="Montserrat"/>
              </a:rPr>
              <a:t>MARKET RESEARCH/ANALYSIS</a:t>
            </a:r>
            <a:endParaRPr/>
          </a:p>
        </p:txBody>
      </p:sp>
      <p:sp>
        <p:nvSpPr>
          <p:cNvPr id="123" name="Google Shape;123;p17">
            <a:extLst xmlns:a="http://schemas.openxmlformats.org/drawingml/2006/main">
              <a:ext uri="{FF2B5EF4-FFF2-40B4-BE49-F238E27FC236}">
                <a16:creationId xmlns:a16="http://schemas.microsoft.com/office/drawing/2014/main" id="{2CD9371E-B762-4F82-B7F1-1F0D8E2389F0}"/>
              </a:ext>
            </a:extLst>
          </p:cNvPr>
          <p:cNvSpPr>
            <a:spLocks xmlns:a="http://schemas.openxmlformats.org/drawingml/2006/main" noGrp="1"/>
          </p:cNvSpPr>
          <p:nvPr/>
        </p:nvSpPr>
        <p:spPr>
          <a:xfrm xmlns:a="http://schemas.openxmlformats.org/drawingml/2006/main" rot="0" flipH="0" flipV="0">
            <a:off x="1714500" y="3190875"/>
            <a:ext cx="14859000" cy="50144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925" b="0">
                <a:solidFill>
                  <a:srgbClr val="1D1D1F"/>
                </a:solidFill>
                <a:latin typeface="IBM Plex Sans"/>
                <a:ea typeface="IBM Plex Sans"/>
                <a:cs typeface="IBM Plex Sans"/>
              </a:defRPr>
            </a:defPPr>
          </a:lstStyle>
          <a:p xmlns:a="http://schemas.openxmlformats.org/drawingml/2006/main">
            <a:pPr marL="381000" indent="-254000" algn="l">
              <a:lnSpc>
                <a:spcPct val="105000"/>
              </a:lnSpc>
              <a:spcAft>
                <a:spcPts val="2500"/>
              </a:spcAft>
              <a:buNone/>
              <a:defRPr sz="2925" b="0">
                <a:solidFill>
                  <a:srgbClr val="1D1D1F"/>
                </a:solidFill>
                <a:latin typeface="IBM Plex Sans"/>
                <a:ea typeface="IBM Plex Sans"/>
                <a:cs typeface="IBM Plex Sans"/>
              </a:defRPr>
            </a:pPr>
            <a:r>
              <a:rPr sz="2925" b="1">
                <a:solidFill>
                  <a:srgbClr val="1D1D1F"/>
                </a:solidFill>
                <a:latin typeface="IBM Plex Sans"/>
                <a:ea typeface="IBM Plex Sans"/>
                <a:cs typeface="IBM Plex Sans"/>
              </a:rPr>
              <a:t>Target users:</a:t>
            </a:r>
            <a:r>
              <a:rPr sz="2925" b="0">
                <a:solidFill>
                  <a:srgbClr val="1D1D1F"/>
                </a:solidFill>
                <a:latin typeface="IBM Plex Sans"/>
                <a:ea typeface="IBM Plex Sans"/>
                <a:cs typeface="IBM Plex Sans"/>
              </a:rPr>
              <a:t> commodity research desks, quantitative analysts and finance education teams that need reviewable contract-level research.</a:t>
            </a:r>
          </a:p>
          <a:p xmlns:a="http://schemas.openxmlformats.org/drawingml/2006/main">
            <a:pPr marL="381000" indent="-254000" algn="l">
              <a:lnSpc>
                <a:spcPct val="105000"/>
              </a:lnSpc>
              <a:spcAft>
                <a:spcPts val="2500"/>
              </a:spcAft>
              <a:buNone/>
              <a:defRPr sz="2925" b="0">
                <a:solidFill>
                  <a:srgbClr val="1D1D1F"/>
                </a:solidFill>
                <a:latin typeface="IBM Plex Sans"/>
                <a:ea typeface="IBM Plex Sans"/>
                <a:cs typeface="IBM Plex Sans"/>
              </a:defRPr>
            </a:pPr>
            <a:r>
              <a:rPr sz="2925" b="1">
                <a:solidFill>
                  <a:srgbClr val="1D1D1F"/>
                </a:solidFill>
                <a:latin typeface="IBM Plex Sans"/>
                <a:ea typeface="IBM Plex Sans"/>
                <a:cs typeface="IBM Plex Sans"/>
              </a:rPr>
              <a:t>Value proposition:</a:t>
            </a:r>
            <a:r>
              <a:rPr sz="2925" b="0">
                <a:solidFill>
                  <a:srgbClr val="1D1D1F"/>
                </a:solidFill>
                <a:latin typeface="IBM Plex Sans"/>
                <a:ea typeface="IBM Plex Sans"/>
                <a:cs typeface="IBM Plex Sans"/>
              </a:rPr>
              <a:t> one local workflow connects normalization and curve analysis with adverse tests, costed replay and reproducible evidence.</a:t>
            </a:r>
          </a:p>
          <a:p xmlns:a="http://schemas.openxmlformats.org/drawingml/2006/main">
            <a:pPr marL="381000" indent="-254000" algn="l">
              <a:lnSpc>
                <a:spcPct val="105000"/>
              </a:lnSpc>
              <a:spcAft>
                <a:spcPts val="2500"/>
              </a:spcAft>
              <a:buNone/>
              <a:defRPr sz="2925" b="0">
                <a:solidFill>
                  <a:srgbClr val="1D1D1F"/>
                </a:solidFill>
                <a:latin typeface="IBM Plex Sans"/>
                <a:ea typeface="IBM Plex Sans"/>
                <a:cs typeface="IBM Plex Sans"/>
              </a:defRPr>
            </a:pPr>
            <a:r>
              <a:rPr sz="2925" b="1">
                <a:solidFill>
                  <a:srgbClr val="1D1D1F"/>
                </a:solidFill>
                <a:latin typeface="IBM Plex Sans"/>
                <a:ea typeface="IBM Plex Sans"/>
                <a:cs typeface="IBM Plex Sans"/>
              </a:rPr>
              <a:t>Revenue hypotheses:</a:t>
            </a:r>
            <a:r>
              <a:rPr sz="2925" b="0">
                <a:solidFill>
                  <a:srgbClr val="1D1D1F"/>
                </a:solidFill>
                <a:latin typeface="IBM Plex Sans"/>
                <a:ea typeface="IBM Plex Sans"/>
                <a:cs typeface="IBM Plex Sans"/>
              </a:rPr>
              <a:t> team software licenses, research pilots and educational deployments. Pricing and willingness to pay need customer testing.</a:t>
            </a:r>
          </a:p>
          <a:p xmlns:a="http://schemas.openxmlformats.org/drawingml/2006/main">
            <a:pPr marL="381000" indent="-254000" algn="l">
              <a:lnSpc>
                <a:spcPct val="105000"/>
              </a:lnSpc>
              <a:spcAft>
                <a:spcPts val="2500"/>
              </a:spcAft>
              <a:buNone/>
              <a:defRPr sz="2925" b="0">
                <a:solidFill>
                  <a:srgbClr val="1D1D1F"/>
                </a:solidFill>
                <a:latin typeface="IBM Plex Sans"/>
                <a:ea typeface="IBM Plex Sans"/>
                <a:cs typeface="IBM Plex Sans"/>
              </a:defRPr>
            </a:pPr>
            <a:r>
              <a:rPr sz="2925" b="1">
                <a:solidFill>
                  <a:srgbClr val="1D1D1F"/>
                </a:solidFill>
                <a:latin typeface="IBM Plex Sans"/>
                <a:ea typeface="IBM Plex Sans"/>
                <a:cs typeface="IBM Plex Sans"/>
              </a:rPr>
              <a:t>Market size and growth:</a:t>
            </a:r>
            <a:r>
              <a:rPr sz="2925" b="0">
                <a:solidFill>
                  <a:srgbClr val="1D1D1F"/>
                </a:solidFill>
                <a:latin typeface="IBM Plex Sans"/>
                <a:ea typeface="IBM Plex Sans"/>
                <a:cs typeface="IBM Plex Sans"/>
              </a:rPr>
              <a:t> no validated estimate or adoption forecast yet. Next steps are interviews, pilot usage and retention measurement.</a:t>
            </a:r>
          </a:p>
        </p:txBody>
      </p:sp>
      <p:sp>
        <p:nvSpPr>
          <p:cNvPr id="124" name="Google Shape;124;p17">
            <a:extLst xmlns:a="http://schemas.openxmlformats.org/drawingml/2006/main">
              <a:ext uri="{FF2B5EF4-FFF2-40B4-BE49-F238E27FC236}">
                <a16:creationId xmlns:a16="http://schemas.microsoft.com/office/drawing/2014/main" id="{731047D7-C265-41B7-8D36-92A26E3C5761}"/>
              </a:ext>
            </a:extLst>
          </p:cNvPr>
          <p:cNvSpPr>
            <a:spLocks xmlns:a="http://schemas.openxmlformats.org/drawingml/2006/main" noGrp="1"/>
          </p:cNvSpPr>
          <p:nvPr/>
        </p:nvSpPr>
        <p:spPr>
          <a:xfrm xmlns:a="http://schemas.openxmlformats.org/drawingml/2006/main" rot="0" flipH="0" flipV="0">
            <a:off x="1714500" y="9048750"/>
            <a:ext cx="14859000" cy="7680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400" b="1">
                <a:solidFill>
                  <a:srgbClr val="1D1D1F"/>
                </a:solidFill>
                <a:latin typeface="IBM Plex Sans"/>
                <a:ea typeface="IBM Plex Sans"/>
                <a:cs typeface="IBM Plex Sans"/>
              </a:defRPr>
            </a:defPPr>
          </a:lstStyle>
          <a:p xmlns:a="http://schemas.openxmlformats.org/drawingml/2006/main">
            <a:pPr marL="0" marR="0" lvl="0" indent="0" algn="l">
              <a:lnSpc>
                <a:spcPct val="105000"/>
              </a:lnSpc>
              <a:spcBef>
                <a:spcPts val="0"/>
              </a:spcBef>
              <a:spcAft>
                <a:spcPts val="0"/>
              </a:spcAft>
              <a:buNone/>
              <a:defRPr sz="2400" b="1">
                <a:solidFill>
                  <a:srgbClr val="1D1D1F"/>
                </a:solidFill>
                <a:latin typeface="IBM Plex Sans"/>
                <a:ea typeface="IBM Plex Sans"/>
                <a:cs typeface="IBM Plex Sans"/>
              </a:defRPr>
            </a:pPr>
            <a:r>
              <a:rPr sz="2400" b="1">
                <a:solidFill>
                  <a:srgbClr val="1D1D1F"/>
                </a:solidFill>
                <a:latin typeface="IBM Plex Sans"/>
                <a:ea typeface="IBM Plex Sans"/>
                <a:cs typeface="IBM Plex Sans"/>
              </a:rPr>
              <a:t>Customer, revenue and growth statements are hypotheses. The prototype has no documented commercial traction.</a:t>
            </a:r>
            <a:endParaRPr sz="1800" b="0" i="0" u="none" strike="noStrike" cap="none">
              <a:solidFill>
                <a:schemeClr val="dk1"/>
              </a:solidFill>
              <a:latin typeface="Calibri"/>
              <a:ea typeface="Calibri"/>
              <a:cs typeface="Calibri"/>
            </a:endParaRPr>
          </a:p>
        </p:txBody>
      </p:sp>
      <p:pic>
        <p:nvPicPr>
          <p:cNvPr id="125" name="Google Shape;125;p17">
            <a:extLst xmlns:a="http://schemas.openxmlformats.org/drawingml/2006/main">
              <a:ext uri="{FF2B5EF4-FFF2-40B4-BE49-F238E27FC236}">
                <a16:creationId xmlns:a16="http://schemas.microsoft.com/office/drawing/2014/main" id="{779BDC97-35E0-48C2-8972-E034F5C05A23}"/>
              </a:ext>
            </a:extLst>
          </p:cNvPr>
          <p:cNvPicPr>
            <a:picLocks xmlns:a="http://schemas.openxmlformats.org/drawingml/2006/main" noChangeAspect="1"/>
          </p:cNvPicPr>
          <p:nvPr/>
        </p:nvPicPr>
        <p:blipFill>
          <a:blip xmlns:r="http://schemas.openxmlformats.org/officeDocument/2006/relationships" xmlns:a="http://schemas.openxmlformats.org/drawingml/2006/main" r:embed="R14d7d46a1fac4ae3">
            <a:alphaModFix/>
          </a:blip>
          <a:stretch xmlns:a="http://schemas.openxmlformats.org/drawingml/2006/main">
            <a:fillRect l="0" t="0" r="0" b="0"/>
          </a:stretch>
        </p:blipFill>
        <p:spPr>
          <a:xfrm xmlns:a="http://schemas.openxmlformats.org/drawingml/2006/main">
            <a:off x="0" y="0"/>
            <a:ext cx="18288000" cy="1205517"/>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80130527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30" name="Google Shape;130;p18">
            <a:extLst xmlns:a="http://schemas.openxmlformats.org/drawingml/2006/main">
              <a:ext uri="{FF2B5EF4-FFF2-40B4-BE49-F238E27FC236}">
                <a16:creationId xmlns:a16="http://schemas.microsoft.com/office/drawing/2014/main" id="{3CC2386B-8EFB-4991-A505-D86DC678AB3D}"/>
              </a:ext>
            </a:extLst>
          </p:cNvPr>
          <p:cNvSpPr>
            <a:spLocks xmlns:a="http://schemas.openxmlformats.org/drawingml/2006/main" noGrp="1"/>
          </p:cNvSpPr>
          <p:nvPr/>
        </p:nvSpPr>
        <p:spPr>
          <a:xfrm xmlns:a="http://schemas.openxmlformats.org/drawingml/2006/main">
            <a:off x="1524000" y="2047875"/>
            <a:ext cx="15240000" cy="4952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3095" b="1">
                <a:solidFill>
                  <a:srgbClr val="1D1D1F"/>
                </a:solidFill>
                <a:latin typeface="Montserrat"/>
                <a:ea typeface="Montserrat"/>
                <a:cs typeface="Montserrat"/>
              </a:defRPr>
            </a:defPPr>
          </a:lstStyle>
          <a:p xmlns:a="http://schemas.openxmlformats.org/drawingml/2006/main">
            <a:pPr marL="0" marR="0" lvl="0" indent="0" algn="l">
              <a:lnSpc>
                <a:spcPct val="105000"/>
              </a:lnSpc>
              <a:spcBef>
                <a:spcPts val="0"/>
              </a:spcBef>
              <a:spcAft>
                <a:spcPts val="0"/>
              </a:spcAft>
              <a:buNone/>
              <a:defRPr sz="3095" b="1">
                <a:solidFill>
                  <a:srgbClr val="1D1D1F"/>
                </a:solidFill>
                <a:latin typeface="Montserrat"/>
                <a:ea typeface="Montserrat"/>
                <a:cs typeface="Montserrat"/>
              </a:defRPr>
            </a:pPr>
            <a:r>
              <a:rPr sz="3095" b="1" i="0" u="none" strike="noStrike" cap="none">
                <a:solidFill>
                  <a:srgbClr val="1D1D1F"/>
                </a:solidFill>
                <a:latin typeface="Montserrat"/>
                <a:ea typeface="Montserrat"/>
                <a:cs typeface="Montserrat"/>
              </a:rPr>
              <a:t>FUTURE SCOPE</a:t>
            </a:r>
            <a:endParaRPr/>
          </a:p>
        </p:txBody>
      </p:sp>
      <p:sp>
        <p:nvSpPr>
          <p:cNvPr id="132" name="Google Shape;132;p18">
            <a:extLst xmlns:a="http://schemas.openxmlformats.org/drawingml/2006/main">
              <a:ext uri="{FF2B5EF4-FFF2-40B4-BE49-F238E27FC236}">
                <a16:creationId xmlns:a16="http://schemas.microsoft.com/office/drawing/2014/main" id="{48800E35-9629-4094-A293-A9651EA7EF4F}"/>
              </a:ext>
            </a:extLst>
          </p:cNvPr>
          <p:cNvSpPr>
            <a:spLocks xmlns:a="http://schemas.openxmlformats.org/drawingml/2006/main" noGrp="1"/>
          </p:cNvSpPr>
          <p:nvPr/>
        </p:nvSpPr>
        <p:spPr>
          <a:xfrm xmlns:a="http://schemas.openxmlformats.org/drawingml/2006/main" rot="0" flipH="0" flipV="0">
            <a:off x="1714500" y="3190875"/>
            <a:ext cx="14859000" cy="607758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925" b="0">
                <a:solidFill>
                  <a:srgbClr val="1D1D1F"/>
                </a:solidFill>
                <a:latin typeface="IBM Plex Sans"/>
                <a:ea typeface="IBM Plex Sans"/>
                <a:cs typeface="IBM Plex Sans"/>
              </a:defRPr>
            </a:defPPr>
          </a:lstStyle>
          <a:p xmlns:a="http://schemas.openxmlformats.org/drawingml/2006/main">
            <a:pPr marL="381000" indent="-254000" algn="l">
              <a:lnSpc>
                <a:spcPct val="105000"/>
              </a:lnSpc>
              <a:spcAft>
                <a:spcPts val="2200"/>
              </a:spcAft>
              <a:buNone/>
              <a:defRPr sz="2925" b="0">
                <a:solidFill>
                  <a:srgbClr val="1D1D1F"/>
                </a:solidFill>
                <a:latin typeface="IBM Plex Sans"/>
                <a:ea typeface="IBM Plex Sans"/>
                <a:cs typeface="IBM Plex Sans"/>
              </a:defRPr>
            </a:pPr>
            <a:r>
              <a:rPr sz="2925" b="1">
                <a:solidFill>
                  <a:srgbClr val="1D1D1F"/>
                </a:solidFill>
                <a:latin typeface="IBM Plex Sans"/>
                <a:ea typeface="IBM Plex Sans"/>
                <a:cs typeface="IBM Plex Sans"/>
              </a:rPr>
              <a:t>Authentic evaluation:</a:t>
            </a:r>
            <a:r>
              <a:rPr sz="2925" b="0">
                <a:solidFill>
                  <a:srgbClr val="1D1D1F"/>
                </a:solidFill>
                <a:latin typeface="IBM Plex Sans"/>
                <a:ea typeface="IBM Plex Sans"/>
                <a:cs typeface="IBM Plex Sans"/>
              </a:rPr>
              <a:t> ingest daily Bhavcopy history and verify listing/tender calendars, original specification hashes and dated fee sources.</a:t>
            </a:r>
          </a:p>
          <a:p xmlns:a="http://schemas.openxmlformats.org/drawingml/2006/main">
            <a:pPr marL="381000" indent="-254000" algn="l">
              <a:lnSpc>
                <a:spcPct val="105000"/>
              </a:lnSpc>
              <a:spcAft>
                <a:spcPts val="2200"/>
              </a:spcAft>
              <a:buNone/>
              <a:defRPr sz="2925" b="0">
                <a:solidFill>
                  <a:srgbClr val="1D1D1F"/>
                </a:solidFill>
                <a:latin typeface="IBM Plex Sans"/>
                <a:ea typeface="IBM Plex Sans"/>
                <a:cs typeface="IBM Plex Sans"/>
              </a:defRPr>
            </a:pPr>
            <a:r>
              <a:rPr sz="2925" b="1">
                <a:solidFill>
                  <a:srgbClr val="1D1D1F"/>
                </a:solidFill>
                <a:latin typeface="IBM Plex Sans"/>
                <a:ea typeface="IBM Plex Sans"/>
                <a:cs typeface="IBM Plex Sans"/>
              </a:rPr>
              <a:t>Independent validation:</a:t>
            </a:r>
            <a:r>
              <a:rPr sz="2925" b="0">
                <a:solidFill>
                  <a:srgbClr val="1D1D1F"/>
                </a:solidFill>
                <a:latin typeface="IBM Plex Sans"/>
                <a:ea typeface="IBM Plex Sans"/>
                <a:cs typeface="IBM Plex Sans"/>
              </a:rPr>
              <a:t> review the methodology and expand untouched periods before making any real trading-performance claim.</a:t>
            </a:r>
          </a:p>
          <a:p xmlns:a="http://schemas.openxmlformats.org/drawingml/2006/main">
            <a:pPr marL="381000" indent="-254000" algn="l">
              <a:lnSpc>
                <a:spcPct val="105000"/>
              </a:lnSpc>
              <a:spcAft>
                <a:spcPts val="2200"/>
              </a:spcAft>
              <a:buNone/>
              <a:defRPr sz="2925" b="0">
                <a:solidFill>
                  <a:srgbClr val="1D1D1F"/>
                </a:solidFill>
                <a:latin typeface="IBM Plex Sans"/>
                <a:ea typeface="IBM Plex Sans"/>
                <a:cs typeface="IBM Plex Sans"/>
              </a:defRPr>
            </a:pPr>
            <a:r>
              <a:rPr sz="2925" b="1">
                <a:solidFill>
                  <a:srgbClr val="1D1D1F"/>
                </a:solidFill>
                <a:latin typeface="IBM Plex Sans"/>
                <a:ea typeface="IBM Plex Sans"/>
                <a:cs typeface="IBM Plex Sans"/>
              </a:rPr>
              <a:t>Richer research:</a:t>
            </a:r>
            <a:r>
              <a:rPr sz="2925" b="0">
                <a:solidFill>
                  <a:srgbClr val="1D1D1F"/>
                </a:solidFill>
                <a:latin typeface="IBM Plex Sans"/>
                <a:ea typeface="IBM Plex Sans"/>
                <a:cs typeface="IBM Plex Sans"/>
              </a:rPr>
              <a:t> investigate cointegration, calibrated uncertainty and stronger attribution beyond the current accounting decomposition.</a:t>
            </a:r>
          </a:p>
          <a:p xmlns:a="http://schemas.openxmlformats.org/drawingml/2006/main">
            <a:pPr marL="381000" indent="-254000" algn="l">
              <a:lnSpc>
                <a:spcPct val="105000"/>
              </a:lnSpc>
              <a:spcAft>
                <a:spcPts val="2200"/>
              </a:spcAft>
              <a:buNone/>
              <a:defRPr sz="2925" b="0">
                <a:solidFill>
                  <a:srgbClr val="1D1D1F"/>
                </a:solidFill>
                <a:latin typeface="IBM Plex Sans"/>
                <a:ea typeface="IBM Plex Sans"/>
                <a:cs typeface="IBM Plex Sans"/>
              </a:defRPr>
            </a:pPr>
            <a:r>
              <a:rPr sz="2925" b="1">
                <a:solidFill>
                  <a:srgbClr val="1D1D1F"/>
                </a:solidFill>
                <a:latin typeface="IBM Plex Sans"/>
                <a:ea typeface="IBM Plex Sans"/>
                <a:cs typeface="IBM Plex Sans"/>
              </a:rPr>
              <a:t>Execution assessment:</a:t>
            </a:r>
            <a:r>
              <a:rPr sz="2925" b="0">
                <a:solidFill>
                  <a:srgbClr val="1D1D1F"/>
                </a:solidFill>
                <a:latin typeface="IBM Plex Sans"/>
                <a:ea typeface="IBM Plex Sans"/>
                <a:cs typeface="IBM Plex Sans"/>
              </a:rPr>
              <a:t> improve liquidity and fill modeling while retaining explicit lifecycle and basis restrictions.</a:t>
            </a:r>
          </a:p>
          <a:p xmlns:a="http://schemas.openxmlformats.org/drawingml/2006/main">
            <a:pPr marL="381000" indent="-254000" algn="l">
              <a:lnSpc>
                <a:spcPct val="105000"/>
              </a:lnSpc>
              <a:spcAft>
                <a:spcPts val="2200"/>
              </a:spcAft>
              <a:buNone/>
              <a:defRPr sz="2925" b="0">
                <a:solidFill>
                  <a:srgbClr val="1D1D1F"/>
                </a:solidFill>
                <a:latin typeface="IBM Plex Sans"/>
                <a:ea typeface="IBM Plex Sans"/>
                <a:cs typeface="IBM Plex Sans"/>
              </a:defRPr>
            </a:pPr>
            <a:r>
              <a:rPr sz="2925" b="1">
                <a:solidFill>
                  <a:srgbClr val="1D1D1F"/>
                </a:solidFill>
                <a:latin typeface="IBM Plex Sans"/>
                <a:ea typeface="IBM Plex Sans"/>
                <a:cs typeface="IBM Plex Sans"/>
              </a:rPr>
              <a:t>Long investigations:</a:t>
            </a:r>
            <a:r>
              <a:rPr sz="2925" b="0">
                <a:solidFill>
                  <a:srgbClr val="1D1D1F"/>
                </a:solidFill>
                <a:latin typeface="IBM Plex Sans"/>
                <a:ea typeface="IBM Plex Sans"/>
                <a:cs typeface="IBM Plex Sans"/>
              </a:rPr>
              <a:t> add persistent background jobs, progress tracking and cancellation. An optional LLM assistant remains future work.</a:t>
            </a:r>
          </a:p>
        </p:txBody>
      </p:sp>
      <p:sp>
        <p:nvSpPr>
          <p:cNvPr id="133" name="Google Shape;133;p18">
            <a:extLst xmlns:a="http://schemas.openxmlformats.org/drawingml/2006/main">
              <a:ext uri="{FF2B5EF4-FFF2-40B4-BE49-F238E27FC236}">
                <a16:creationId xmlns:a16="http://schemas.microsoft.com/office/drawing/2014/main" id="{326A5C8C-78C4-4BCC-915E-7F7060E58972}"/>
              </a:ext>
            </a:extLst>
          </p:cNvPr>
          <p:cNvSpPr>
            <a:spLocks xmlns:a="http://schemas.openxmlformats.org/drawingml/2006/main" noGrp="1"/>
          </p:cNvSpPr>
          <p:nvPr/>
        </p:nvSpPr>
        <p:spPr>
          <a:xfrm xmlns:a="http://schemas.openxmlformats.org/drawingml/2006/main" rot="0" flipH="0" flipV="0">
            <a:off x="1714500" y="9096375"/>
            <a:ext cx="14859000" cy="7680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400" b="1">
                <a:solidFill>
                  <a:srgbClr val="1D1D1F"/>
                </a:solidFill>
                <a:latin typeface="IBM Plex Sans"/>
                <a:ea typeface="IBM Plex Sans"/>
                <a:cs typeface="IBM Plex Sans"/>
              </a:defRPr>
            </a:defPPr>
          </a:lstStyle>
          <a:p xmlns:a="http://schemas.openxmlformats.org/drawingml/2006/main">
            <a:pPr marL="0" marR="0" lvl="0" indent="0" algn="l">
              <a:lnSpc>
                <a:spcPct val="105000"/>
              </a:lnSpc>
              <a:spcBef>
                <a:spcPts val="0"/>
              </a:spcBef>
              <a:spcAft>
                <a:spcPts val="0"/>
              </a:spcAft>
              <a:buNone/>
              <a:defRPr sz="2400" b="1">
                <a:solidFill>
                  <a:srgbClr val="1D1D1F"/>
                </a:solidFill>
                <a:latin typeface="IBM Plex Sans"/>
                <a:ea typeface="IBM Plex Sans"/>
                <a:cs typeface="IBM Plex Sans"/>
              </a:defRPr>
            </a:pPr>
            <a:r>
              <a:rPr sz="2400" b="1">
                <a:solidFill>
                  <a:srgbClr val="1D1D1F"/>
                </a:solidFill>
                <a:latin typeface="IBM Plex Sans"/>
                <a:ea typeface="IBM Plex Sans"/>
                <a:cs typeface="IBM Plex Sans"/>
              </a:rPr>
              <a:t>Current boundary: local research prototype. Brokerage/order routing and validated real-history performance are unavailable.</a:t>
            </a:r>
            <a:endParaRPr sz="1800" b="0" i="0" u="none" strike="noStrike" cap="none">
              <a:solidFill>
                <a:schemeClr val="dk1"/>
              </a:solidFill>
              <a:latin typeface="Calibri"/>
              <a:ea typeface="Calibri"/>
              <a:cs typeface="Calibri"/>
            </a:endParaRPr>
          </a:p>
        </p:txBody>
      </p:sp>
      <p:pic>
        <p:nvPicPr>
          <p:cNvPr id="134" name="Google Shape;134;p18">
            <a:extLst xmlns:a="http://schemas.openxmlformats.org/drawingml/2006/main">
              <a:ext uri="{FF2B5EF4-FFF2-40B4-BE49-F238E27FC236}">
                <a16:creationId xmlns:a16="http://schemas.microsoft.com/office/drawing/2014/main" id="{B4476DB4-FB0E-4CBF-A9BE-C63697CFCF7D}"/>
              </a:ext>
            </a:extLst>
          </p:cNvPr>
          <p:cNvPicPr>
            <a:picLocks xmlns:a="http://schemas.openxmlformats.org/drawingml/2006/main" noChangeAspect="1"/>
          </p:cNvPicPr>
          <p:nvPr/>
        </p:nvPicPr>
        <p:blipFill>
          <a:blip xmlns:r="http://schemas.openxmlformats.org/officeDocument/2006/relationships" xmlns:a="http://schemas.openxmlformats.org/drawingml/2006/main" r:embed="Rd9138d6d86a842de">
            <a:alphaModFix/>
          </a:blip>
          <a:stretch xmlns:a="http://schemas.openxmlformats.org/drawingml/2006/main">
            <a:fillRect l="0" t="0" r="0" b="0"/>
          </a:stretch>
        </p:blipFill>
        <p:spPr>
          <a:xfrm xmlns:a="http://schemas.openxmlformats.org/drawingml/2006/main">
            <a:off x="0" y="0"/>
            <a:ext cx="18288000" cy="1205517"/>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9791503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39" name="Google Shape;139;p19">
            <a:extLst xmlns:a="http://schemas.openxmlformats.org/drawingml/2006/main">
              <a:ext uri="{FF2B5EF4-FFF2-40B4-BE49-F238E27FC236}">
                <a16:creationId xmlns:a16="http://schemas.microsoft.com/office/drawing/2014/main" id="{9BE48CE7-45CB-4161-B14C-C4EB0AA9D3B1}"/>
              </a:ext>
            </a:extLst>
          </p:cNvPr>
          <p:cNvSpPr>
            <a:spLocks xmlns:a="http://schemas.openxmlformats.org/drawingml/2006/main" noGrp="1"/>
          </p:cNvSpPr>
          <p:nvPr/>
        </p:nvSpPr>
        <p:spPr>
          <a:xfrm xmlns:a="http://schemas.openxmlformats.org/drawingml/2006/main">
            <a:off x="1524000" y="2047875"/>
            <a:ext cx="15240000" cy="4952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3095" b="1">
                <a:solidFill>
                  <a:srgbClr val="1D1D1F"/>
                </a:solidFill>
                <a:latin typeface="Montserrat"/>
                <a:ea typeface="Montserrat"/>
                <a:cs typeface="Montserrat"/>
              </a:defRPr>
            </a:defPPr>
          </a:lstStyle>
          <a:p xmlns:a="http://schemas.openxmlformats.org/drawingml/2006/main">
            <a:pPr marL="0" marR="0" lvl="0" indent="0" algn="l">
              <a:lnSpc>
                <a:spcPct val="105000"/>
              </a:lnSpc>
              <a:spcBef>
                <a:spcPts val="0"/>
              </a:spcBef>
              <a:spcAft>
                <a:spcPts val="0"/>
              </a:spcAft>
              <a:buNone/>
              <a:defRPr sz="3095" b="1">
                <a:solidFill>
                  <a:srgbClr val="1D1D1F"/>
                </a:solidFill>
                <a:latin typeface="Montserrat"/>
                <a:ea typeface="Montserrat"/>
                <a:cs typeface="Montserrat"/>
              </a:defRPr>
            </a:pPr>
            <a:r>
              <a:rPr sz="3095" b="1" i="0" u="none" strike="noStrike" cap="none">
                <a:solidFill>
                  <a:srgbClr val="1D1D1F"/>
                </a:solidFill>
                <a:latin typeface="Montserrat"/>
                <a:ea typeface="Montserrat"/>
                <a:cs typeface="Montserrat"/>
              </a:rPr>
              <a:t>EXTRA: DEMO &amp; VALIDATION</a:t>
            </a:r>
            <a:endParaRPr/>
          </a:p>
        </p:txBody>
      </p:sp>
      <p:sp>
        <p:nvSpPr>
          <p:cNvPr id="141" name="Google Shape;141;p19">
            <a:extLst xmlns:a="http://schemas.openxmlformats.org/drawingml/2006/main">
              <a:ext uri="{FF2B5EF4-FFF2-40B4-BE49-F238E27FC236}">
                <a16:creationId xmlns:a16="http://schemas.microsoft.com/office/drawing/2014/main" id="{6EE9F63A-F59B-4432-BB8F-93630BCEDF65}"/>
              </a:ext>
            </a:extLst>
          </p:cNvPr>
          <p:cNvSpPr>
            <a:spLocks xmlns:a="http://schemas.openxmlformats.org/drawingml/2006/main" noGrp="1"/>
          </p:cNvSpPr>
          <p:nvPr/>
        </p:nvSpPr>
        <p:spPr>
          <a:xfrm xmlns:a="http://schemas.openxmlformats.org/drawingml/2006/main" rot="0" flipH="0" flipV="0">
            <a:off x="1714500" y="3048000"/>
            <a:ext cx="14859000" cy="566145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784" b="0">
                <a:solidFill>
                  <a:srgbClr val="1D1D1F"/>
                </a:solidFill>
                <a:latin typeface="IBM Plex Sans"/>
                <a:ea typeface="IBM Plex Sans"/>
                <a:cs typeface="IBM Plex Sans"/>
              </a:defRPr>
            </a:defPPr>
          </a:lstStyle>
          <a:p xmlns:a="http://schemas.openxmlformats.org/drawingml/2006/main">
            <a:pPr marL="381000" indent="-254000" algn="l">
              <a:lnSpc>
                <a:spcPct val="105000"/>
              </a:lnSpc>
              <a:spcAft>
                <a:spcPts val="1900"/>
              </a:spcAft>
              <a:buNone/>
              <a:defRPr sz="2784" b="0">
                <a:solidFill>
                  <a:srgbClr val="1D1D1F"/>
                </a:solidFill>
                <a:latin typeface="IBM Plex Sans"/>
                <a:ea typeface="IBM Plex Sans"/>
                <a:cs typeface="IBM Plex Sans"/>
              </a:defRPr>
            </a:pPr>
            <a:r>
              <a:rPr sz="2784" b="1">
                <a:solidFill>
                  <a:srgbClr val="1D1D1F"/>
                </a:solidFill>
                <a:latin typeface="IBM Plex Sans"/>
                <a:ea typeface="IBM Plex Sans"/>
                <a:cs typeface="IBM Plex Sans"/>
              </a:rPr>
              <a:t>Working product:</a:t>
            </a:r>
            <a:r>
              <a:rPr sz="2784" b="0">
                <a:solidFill>
                  <a:srgbClr val="1D1D1F"/>
                </a:solidFill>
                <a:latin typeface="IBM Plex Sans"/>
                <a:ea typeface="IBM Plex Sans"/>
                <a:cs typeface="IBM Plex Sans"/>
              </a:rPr>
              <a:t> 13 workspaces with charts and CSV/JSON exports. A/B/C policy comparisons plus cash, gold buy-and-hold and fixed-hedge references.</a:t>
            </a:r>
          </a:p>
          <a:p xmlns:a="http://schemas.openxmlformats.org/drawingml/2006/main">
            <a:pPr marL="381000" indent="-254000" algn="l">
              <a:lnSpc>
                <a:spcPct val="105000"/>
              </a:lnSpc>
              <a:spcAft>
                <a:spcPts val="1900"/>
              </a:spcAft>
              <a:buNone/>
              <a:defRPr sz="2784" b="0">
                <a:solidFill>
                  <a:srgbClr val="1D1D1F"/>
                </a:solidFill>
                <a:latin typeface="IBM Plex Sans"/>
                <a:ea typeface="IBM Plex Sans"/>
                <a:cs typeface="IBM Plex Sans"/>
              </a:defRPr>
            </a:pPr>
            <a:r>
              <a:rPr sz="2784" b="1">
                <a:solidFill>
                  <a:srgbClr val="1D1D1F"/>
                </a:solidFill>
                <a:latin typeface="IBM Plex Sans"/>
                <a:ea typeface="IBM Plex Sans"/>
                <a:cs typeface="IBM Plex Sans"/>
              </a:rPr>
              <a:t>Documented checks:</a:t>
            </a:r>
            <a:r>
              <a:rPr sz="2784" b="0">
                <a:solidFill>
                  <a:srgbClr val="1D1D1F"/>
                </a:solidFill>
                <a:latin typeface="IBM Plex Sans"/>
                <a:ea typeface="IBM Plex Sans"/>
                <a:cs typeface="IBM Plex Sans"/>
              </a:rPr>
              <a:t> 84 tests passed on 9 October 2026, covering ingestion, financial math, future-data leakage, replay, audit, reproduction and all pages.</a:t>
            </a:r>
          </a:p>
          <a:p xmlns:a="http://schemas.openxmlformats.org/drawingml/2006/main">
            <a:pPr marL="381000" indent="-254000" algn="l">
              <a:lnSpc>
                <a:spcPct val="105000"/>
              </a:lnSpc>
              <a:spcAft>
                <a:spcPts val="1900"/>
              </a:spcAft>
              <a:buNone/>
              <a:defRPr sz="2784" b="0">
                <a:solidFill>
                  <a:srgbClr val="1D1D1F"/>
                </a:solidFill>
                <a:latin typeface="IBM Plex Sans"/>
                <a:ea typeface="IBM Plex Sans"/>
                <a:cs typeface="IBM Plex Sans"/>
              </a:defRPr>
            </a:pPr>
            <a:r>
              <a:rPr sz="2784" b="1">
                <a:solidFill>
                  <a:srgbClr val="1D1D1F"/>
                </a:solidFill>
                <a:latin typeface="IBM Plex Sans"/>
                <a:ea typeface="IBM Plex Sans"/>
                <a:cs typeface="IBM Plex Sans"/>
              </a:rPr>
              <a:t>Synthetic demo:</a:t>
            </a:r>
            <a:r>
              <a:rPr sz="2784" b="0">
                <a:solidFill>
                  <a:srgbClr val="1D1D1F"/>
                </a:solidFill>
                <a:latin typeface="IBM Plex Sans"/>
                <a:ea typeface="IBM Plex Sans"/>
                <a:cs typeface="IBM Plex Sans"/>
              </a:rPr>
              <a:t> 2,160 records across four products and 12 fictional expiry identities. Ghost Market ran 11 classes with 500 paths each.</a:t>
            </a:r>
          </a:p>
          <a:p xmlns:a="http://schemas.openxmlformats.org/drawingml/2006/main">
            <a:pPr marL="381000" indent="-254000" algn="l">
              <a:lnSpc>
                <a:spcPct val="105000"/>
              </a:lnSpc>
              <a:spcAft>
                <a:spcPts val="1900"/>
              </a:spcAft>
              <a:buNone/>
              <a:defRPr sz="2784" b="0">
                <a:solidFill>
                  <a:srgbClr val="1D1D1F"/>
                </a:solidFill>
                <a:latin typeface="IBM Plex Sans"/>
                <a:ea typeface="IBM Plex Sans"/>
                <a:cs typeface="IBM Plex Sans"/>
              </a:defRPr>
            </a:pPr>
            <a:r>
              <a:rPr sz="2784" b="1">
                <a:solidFill>
                  <a:srgbClr val="1D1D1F"/>
                </a:solidFill>
                <a:latin typeface="IBM Plex Sans"/>
                <a:ea typeface="IBM Plex Sans"/>
                <a:cs typeface="IBM Plex Sans"/>
              </a:rPr>
              <a:t>Result:</a:t>
            </a:r>
            <a:r>
              <a:rPr sz="2784" b="0">
                <a:solidFill>
                  <a:srgbClr val="1D1D1F"/>
                </a:solidFill>
                <a:latin typeface="IBM Plex Sans"/>
                <a:ea typeface="IBM Plex Sans"/>
                <a:cs typeface="IBM Plex Sans"/>
              </a:rPr>
              <a:t> Policy C rejected 17 candidate sessions and made zero trades. Red Team reported 10 pass, 0 fail and 11 not evaluable. Reproduction hashes matched.</a:t>
            </a:r>
          </a:p>
          <a:p xmlns:a="http://schemas.openxmlformats.org/drawingml/2006/main">
            <a:pPr marL="381000" indent="-254000" algn="l">
              <a:lnSpc>
                <a:spcPct val="105000"/>
              </a:lnSpc>
              <a:spcAft>
                <a:spcPts val="1900"/>
              </a:spcAft>
              <a:buNone/>
              <a:defRPr sz="2784" b="0">
                <a:solidFill>
                  <a:srgbClr val="1D1D1F"/>
                </a:solidFill>
                <a:latin typeface="IBM Plex Sans"/>
                <a:ea typeface="IBM Plex Sans"/>
                <a:cs typeface="IBM Plex Sans"/>
              </a:defRPr>
            </a:pPr>
            <a:r>
              <a:rPr sz="2784" b="1">
                <a:solidFill>
                  <a:srgbClr val="1D1D1F"/>
                </a:solidFill>
                <a:latin typeface="IBM Plex Sans"/>
                <a:ea typeface="IBM Plex Sans"/>
                <a:cs typeface="IBM Plex Sans"/>
              </a:rPr>
              <a:t>Honest verdict:</a:t>
            </a:r>
            <a:r>
              <a:rPr sz="2784" b="0">
                <a:solidFill>
                  <a:srgbClr val="1D1D1F"/>
                </a:solidFill>
                <a:latin typeface="IBM Plex Sans"/>
                <a:ea typeface="IBM Plex Sans"/>
                <a:cs typeface="IBM Plex Sans"/>
              </a:rPr>
              <a:t> INSUFFICIENT EVIDENCE. Five supplied annual reports contained zero daily observations. Real MCX trading performance remains unvalidated.</a:t>
            </a:r>
          </a:p>
        </p:txBody>
      </p:sp>
      <p:sp>
        <p:nvSpPr>
          <p:cNvPr id="142" name="Google Shape;142;p19">
            <a:extLst xmlns:a="http://schemas.openxmlformats.org/drawingml/2006/main">
              <a:ext uri="{FF2B5EF4-FFF2-40B4-BE49-F238E27FC236}">
                <a16:creationId xmlns:a16="http://schemas.microsoft.com/office/drawing/2014/main" id="{F321037F-B248-4CE2-B932-68B8A8D5A6A1}"/>
              </a:ext>
            </a:extLst>
          </p:cNvPr>
          <p:cNvSpPr>
            <a:spLocks xmlns:a="http://schemas.openxmlformats.org/drawingml/2006/main" noGrp="1"/>
          </p:cNvSpPr>
          <p:nvPr/>
        </p:nvSpPr>
        <p:spPr>
          <a:xfrm xmlns:a="http://schemas.openxmlformats.org/drawingml/2006/main" rot="0" flipH="0" flipV="0">
            <a:off x="1714500" y="9239250"/>
            <a:ext cx="1485900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400" b="1">
                <a:solidFill>
                  <a:srgbClr val="1D1D1F"/>
                </a:solidFill>
                <a:latin typeface="IBM Plex Sans"/>
                <a:ea typeface="IBM Plex Sans"/>
                <a:cs typeface="IBM Plex Sans"/>
              </a:defRPr>
            </a:defPPr>
          </a:lstStyle>
          <a:p xmlns:a="http://schemas.openxmlformats.org/drawingml/2006/main">
            <a:pPr marL="0" marR="0" lvl="0" indent="0" algn="l">
              <a:lnSpc>
                <a:spcPct val="105000"/>
              </a:lnSpc>
              <a:spcBef>
                <a:spcPts val="0"/>
              </a:spcBef>
              <a:spcAft>
                <a:spcPts val="0"/>
              </a:spcAft>
              <a:buNone/>
              <a:defRPr sz="2400" b="1">
                <a:solidFill>
                  <a:srgbClr val="1D1D1F"/>
                </a:solidFill>
                <a:latin typeface="IBM Plex Sans"/>
                <a:ea typeface="IBM Plex Sans"/>
                <a:cs typeface="IBM Plex Sans"/>
              </a:defRPr>
            </a:pPr>
            <a:r>
              <a:rPr sz="2400" b="1">
                <a:solidFill>
                  <a:srgbClr val="1D1D1F"/>
                </a:solidFill>
                <a:latin typeface="IBM Plex Sans"/>
                <a:ea typeface="IBM Plex Sans"/>
                <a:cs typeface="IBM Plex Sans"/>
              </a:rPr>
              <a:t>Demo flow: import data, inspect contracts, investigate, replay, audit and reproduce</a:t>
            </a:r>
            <a:endParaRPr sz="1800" b="0" i="0" u="none" strike="noStrike" cap="none">
              <a:solidFill>
                <a:schemeClr val="dk1"/>
              </a:solidFill>
              <a:latin typeface="Calibri"/>
              <a:ea typeface="Calibri"/>
              <a:cs typeface="Calibri"/>
            </a:endParaRPr>
          </a:p>
        </p:txBody>
      </p:sp>
      <p:pic>
        <p:nvPicPr>
          <p:cNvPr id="143" name="Google Shape;143;p19">
            <a:extLst xmlns:a="http://schemas.openxmlformats.org/drawingml/2006/main">
              <a:ext uri="{FF2B5EF4-FFF2-40B4-BE49-F238E27FC236}">
                <a16:creationId xmlns:a16="http://schemas.microsoft.com/office/drawing/2014/main" id="{25D61DE3-BBB4-4BF6-8305-7B5DC5D90F21}"/>
              </a:ext>
            </a:extLst>
          </p:cNvPr>
          <p:cNvPicPr>
            <a:picLocks xmlns:a="http://schemas.openxmlformats.org/drawingml/2006/main" noChangeAspect="1"/>
          </p:cNvPicPr>
          <p:nvPr/>
        </p:nvPicPr>
        <p:blipFill>
          <a:blip xmlns:r="http://schemas.openxmlformats.org/officeDocument/2006/relationships" xmlns:a="http://schemas.openxmlformats.org/drawingml/2006/main" r:embed="R99b44ec5630a4f1e">
            <a:alphaModFix/>
          </a:blip>
          <a:stretch xmlns:a="http://schemas.openxmlformats.org/drawingml/2006/main">
            <a:fillRect l="0" t="0" r="0" b="0"/>
          </a:stretch>
        </p:blipFill>
        <p:spPr>
          <a:xfrm xmlns:a="http://schemas.openxmlformats.org/drawingml/2006/main">
            <a:off x="0" y="0"/>
            <a:ext cx="18288000" cy="1205517"/>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24308539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49" name="Google Shape;149;p20">
            <a:extLst xmlns:a="http://schemas.openxmlformats.org/drawingml/2006/main">
              <a:ext uri="{FF2B5EF4-FFF2-40B4-BE49-F238E27FC236}">
                <a16:creationId xmlns:a16="http://schemas.microsoft.com/office/drawing/2014/main" id="{DBA7EF3A-E6A4-47EF-AD4B-D5DD1C72399B}"/>
              </a:ext>
            </a:extLst>
          </p:cNvPr>
          <p:cNvSpPr>
            <a:spLocks xmlns:a="http://schemas.openxmlformats.org/drawingml/2006/main" noGrp="1"/>
          </p:cNvSpPr>
          <p:nvPr/>
        </p:nvSpPr>
        <p:spPr>
          <a:xfrm xmlns:a="http://schemas.openxmlformats.org/drawingml/2006/main" rot="0" flipH="0" flipV="0">
            <a:off x="4239144" y="5736501"/>
            <a:ext cx="8898075" cy="276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766666"/>
              </a:lnSpc>
              <a:spcBef>
                <a:spcPts val="0"/>
              </a:spcBef>
              <a:spcAft>
                <a:spcPts val="0"/>
              </a:spcAft>
              <a:buNone/>
            </a:pPr>
            <a:r>
              <a:t/>
            </a:r>
            <a:endParaRPr sz="1800" b="0" i="0" u="none" strike="noStrike" cap="none">
              <a:solidFill>
                <a:schemeClr val="dk1"/>
              </a:solidFill>
              <a:latin typeface="Calibri"/>
              <a:ea typeface="Calibri"/>
              <a:cs typeface="Calibri"/>
            </a:endParaRPr>
          </a:p>
        </p:txBody>
      </p:sp>
      <p:sp>
        <p:nvSpPr>
          <p:cNvPr id="150" name="Google Shape;150;p20">
            <a:extLst xmlns:a="http://schemas.openxmlformats.org/drawingml/2006/main">
              <a:ext uri="{FF2B5EF4-FFF2-40B4-BE49-F238E27FC236}">
                <a16:creationId xmlns:a16="http://schemas.microsoft.com/office/drawing/2014/main" id="{25864E42-A57C-4C05-AABC-6F8B52B9B4EB}"/>
              </a:ext>
            </a:extLst>
          </p:cNvPr>
          <p:cNvSpPr>
            <a:spLocks xmlns:a="http://schemas.openxmlformats.org/drawingml/2006/main" noGrp="1"/>
          </p:cNvSpPr>
          <p:nvPr/>
        </p:nvSpPr>
        <p:spPr>
          <a:xfrm xmlns:a="http://schemas.openxmlformats.org/drawingml/2006/main" rot="0" flipH="0" flipV="0">
            <a:off x="4239144" y="7536633"/>
            <a:ext cx="8898075" cy="276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766666"/>
              </a:lnSpc>
              <a:spcBef>
                <a:spcPts val="0"/>
              </a:spcBef>
              <a:spcAft>
                <a:spcPts val="0"/>
              </a:spcAft>
              <a:buNone/>
            </a:pPr>
            <a:r>
              <a:t/>
            </a:r>
            <a:endParaRPr sz="1800" b="0" i="0" u="none" strike="noStrike" cap="none">
              <a:solidFill>
                <a:schemeClr val="dk1"/>
              </a:solidFill>
              <a:latin typeface="Calibri"/>
              <a:ea typeface="Calibri"/>
              <a:cs typeface="Calibri"/>
            </a:endParaRPr>
          </a:p>
        </p:txBody>
      </p:sp>
      <p:sp>
        <p:nvSpPr>
          <p:cNvPr id="152" name="Google Shape;152;p20">
            <a:extLst xmlns:a="http://schemas.openxmlformats.org/drawingml/2006/main">
              <a:ext uri="{FF2B5EF4-FFF2-40B4-BE49-F238E27FC236}">
                <a16:creationId xmlns:a16="http://schemas.microsoft.com/office/drawing/2014/main" id="{0D0C91AC-E2B8-4D1A-AF79-8FF2440F3014}"/>
              </a:ext>
            </a:extLst>
          </p:cNvPr>
          <p:cNvSpPr>
            <a:spLocks xmlns:a="http://schemas.openxmlformats.org/drawingml/2006/main" noGrp="1"/>
          </p:cNvSpPr>
          <p:nvPr/>
        </p:nvSpPr>
        <p:spPr>
          <a:xfrm xmlns:a="http://schemas.openxmlformats.org/drawingml/2006/main" rot="0" flipH="0" flipV="0">
            <a:off x="2554002" y="5409216"/>
            <a:ext cx="12268350" cy="276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409166"/>
              </a:lnSpc>
              <a:spcBef>
                <a:spcPts val="0"/>
              </a:spcBef>
              <a:spcAft>
                <a:spcPts val="0"/>
              </a:spcAft>
              <a:buNone/>
            </a:pPr>
            <a:r>
              <a:t/>
            </a:r>
            <a:endParaRPr sz="1800" b="0" i="0" u="none" strike="noStrike" cap="none">
              <a:solidFill>
                <a:schemeClr val="dk1"/>
              </a:solidFill>
              <a:latin typeface="Calibri"/>
              <a:ea typeface="Calibri"/>
              <a:cs typeface="Calibri"/>
            </a:endParaRPr>
          </a:p>
        </p:txBody>
      </p:sp>
      <p:sp>
        <p:nvSpPr>
          <p:cNvPr id="153" name="Google Shape;153;p20">
            <a:extLst xmlns:a="http://schemas.openxmlformats.org/drawingml/2006/main">
              <a:ext uri="{FF2B5EF4-FFF2-40B4-BE49-F238E27FC236}">
                <a16:creationId xmlns:a16="http://schemas.microsoft.com/office/drawing/2014/main" id="{8995DCBE-BB63-44D4-A3E0-A8E5B71B63F6}"/>
              </a:ext>
            </a:extLst>
          </p:cNvPr>
          <p:cNvSpPr>
            <a:spLocks xmlns:a="http://schemas.openxmlformats.org/drawingml/2006/main" noGrp="1"/>
          </p:cNvSpPr>
          <p:nvPr/>
        </p:nvSpPr>
        <p:spPr>
          <a:xfrm xmlns:a="http://schemas.openxmlformats.org/drawingml/2006/main" rot="0" flipH="0" flipV="0">
            <a:off x="2554002" y="6437670"/>
            <a:ext cx="12268350" cy="276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701888"/>
              </a:lnSpc>
              <a:spcBef>
                <a:spcPts val="0"/>
              </a:spcBef>
              <a:spcAft>
                <a:spcPts val="0"/>
              </a:spcAft>
              <a:buNone/>
            </a:pPr>
            <a:r>
              <a:t/>
            </a:r>
            <a:endParaRPr sz="1800" b="0" i="0" u="none" strike="noStrike" cap="none">
              <a:solidFill>
                <a:schemeClr val="dk1"/>
              </a:solidFill>
              <a:latin typeface="Calibri"/>
              <a:ea typeface="Calibri"/>
              <a:cs typeface="Calibri"/>
            </a:endParaRPr>
          </a:p>
        </p:txBody>
      </p:sp>
      <p:sp>
        <p:nvSpPr>
          <p:cNvPr id="155" name="Google Shape;155;p20">
            <a:extLst xmlns:a="http://schemas.openxmlformats.org/drawingml/2006/main">
              <a:ext uri="{FF2B5EF4-FFF2-40B4-BE49-F238E27FC236}">
                <a16:creationId xmlns:a16="http://schemas.microsoft.com/office/drawing/2014/main" id="{B01900CE-A7C2-41D8-9E9D-ACD89AEC7034}"/>
              </a:ext>
            </a:extLst>
          </p:cNvPr>
          <p:cNvSpPr>
            <a:spLocks xmlns:a="http://schemas.openxmlformats.org/drawingml/2006/main" noGrp="1"/>
          </p:cNvSpPr>
          <p:nvPr/>
        </p:nvSpPr>
        <p:spPr>
          <a:xfrm xmlns:a="http://schemas.openxmlformats.org/drawingml/2006/main" rot="-348051" flipH="0" flipV="0">
            <a:off x="1967305" y="5300668"/>
            <a:ext cx="12071717" cy="24624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54998"/>
              </a:lnSpc>
              <a:spcBef>
                <a:spcPts val="0"/>
              </a:spcBef>
              <a:spcAft>
                <a:spcPts val="0"/>
              </a:spcAft>
              <a:buNone/>
            </a:pPr>
            <a:r>
              <a:rPr sz="29088" i="0" u="none" strike="noStrike" cap="none">
                <a:solidFill>
                  <a:srgbClr val="1D1D1F"/>
                </a:solidFill>
                <a:latin typeface="Caveat"/>
                <a:ea typeface="Caveat"/>
                <a:cs typeface="Caveat"/>
              </a:rPr>
              <a:t>Thank</a:t>
            </a:r>
            <a:endParaRPr>
              <a:latin typeface="Caveat"/>
              <a:ea typeface="Caveat"/>
              <a:cs typeface="Caveat"/>
            </a:endParaRPr>
          </a:p>
        </p:txBody>
      </p:sp>
      <p:sp>
        <p:nvSpPr>
          <p:cNvPr id="156" name="Google Shape;156;p20">
            <a:extLst xmlns:a="http://schemas.openxmlformats.org/drawingml/2006/main">
              <a:ext uri="{FF2B5EF4-FFF2-40B4-BE49-F238E27FC236}">
                <a16:creationId xmlns:a16="http://schemas.microsoft.com/office/drawing/2014/main" id="{C8A97B00-B94E-41F7-B272-D456CE63DE04}"/>
              </a:ext>
            </a:extLst>
          </p:cNvPr>
          <p:cNvSpPr>
            <a:spLocks xmlns:a="http://schemas.openxmlformats.org/drawingml/2006/main" noGrp="1"/>
          </p:cNvSpPr>
          <p:nvPr/>
        </p:nvSpPr>
        <p:spPr>
          <a:xfrm xmlns:a="http://schemas.openxmlformats.org/drawingml/2006/main" rot="0" flipH="0" flipV="0">
            <a:off x="3814835" y="6631077"/>
            <a:ext cx="11687700" cy="255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55000"/>
              </a:lnSpc>
              <a:spcBef>
                <a:spcPts val="0"/>
              </a:spcBef>
              <a:spcAft>
                <a:spcPts val="0"/>
              </a:spcAft>
              <a:buNone/>
            </a:pPr>
            <a:r>
              <a:rPr sz="30167" i="0" u="none" strike="noStrike" cap="none">
                <a:solidFill>
                  <a:srgbClr val="1D1D1F"/>
                </a:solidFill>
                <a:latin typeface="Caveat"/>
                <a:ea typeface="Caveat"/>
                <a:cs typeface="Caveat"/>
              </a:rPr>
              <a:t>you!</a:t>
            </a:r>
            <a:endParaRPr>
              <a:latin typeface="Caveat"/>
              <a:ea typeface="Caveat"/>
              <a:cs typeface="Caveat"/>
            </a:endParaRPr>
          </a:p>
        </p:txBody>
      </p:sp>
      <p:pic>
        <p:nvPicPr>
          <p:cNvPr id="157" name="Google Shape;157;p20">
            <a:extLst xmlns:a="http://schemas.openxmlformats.org/drawingml/2006/main">
              <a:ext uri="{FF2B5EF4-FFF2-40B4-BE49-F238E27FC236}">
                <a16:creationId xmlns:a16="http://schemas.microsoft.com/office/drawing/2014/main" id="{5490A238-2F43-49D1-B6F7-DB5BD0472DA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f5afb5d38ea410f">
            <a:alphaModFix/>
          </a:blip>
          <a:srcRect xmlns:a="http://schemas.openxmlformats.org/drawingml/2006/main" l="38928" t="0" r="16455" b="0"/>
          <a:stretch xmlns:a="http://schemas.openxmlformats.org/drawingml/2006/main"/>
        </p:blipFill>
        <p:spPr>
          <a:xfrm xmlns:a="http://schemas.openxmlformats.org/drawingml/2006/main" rot="-5400000">
            <a:off x="7123100" y="-7111200"/>
            <a:ext cx="4088375" cy="18326624"/>
          </a:xfrm>
          <a:prstGeom xmlns:a="http://schemas.openxmlformats.org/drawingml/2006/main" prst="rect">
            <a:avLst/>
          </a:prstGeom>
          <a:ln xmlns:a="http://schemas.openxmlformats.org/drawingml/2006/main">
            <a:noFill/>
          </a:ln>
        </p:spPr>
      </p:pic>
      <p:pic>
        <p:nvPicPr>
          <p:cNvPr id="158" name="Google Shape;158;p20">
            <a:extLst xmlns:a="http://schemas.openxmlformats.org/drawingml/2006/main">
              <a:ext uri="{FF2B5EF4-FFF2-40B4-BE49-F238E27FC236}">
                <a16:creationId xmlns:a16="http://schemas.microsoft.com/office/drawing/2014/main" id="{6D81AA83-A901-4642-8EDC-44BB78F29F14}"/>
              </a:ext>
            </a:extLst>
          </p:cNvPr>
          <p:cNvPicPr>
            <a:picLocks xmlns:a="http://schemas.openxmlformats.org/drawingml/2006/main" noChangeAspect="1"/>
          </p:cNvPicPr>
          <p:nvPr/>
        </p:nvPicPr>
        <p:blipFill>
          <a:blip xmlns:r="http://schemas.openxmlformats.org/officeDocument/2006/relationships" xmlns:a="http://schemas.openxmlformats.org/drawingml/2006/main" r:embed="R949903df2f1940b1">
            <a:alphaModFix/>
          </a:blip>
          <a:stretch xmlns:a="http://schemas.openxmlformats.org/drawingml/2006/main">
            <a:fillRect l="0" t="0" r="0" b="0"/>
          </a:stretch>
        </p:blipFill>
        <p:spPr>
          <a:xfrm xmlns:a="http://schemas.openxmlformats.org/drawingml/2006/main">
            <a:off x="318675" y="296224"/>
            <a:ext cx="7240346" cy="791925"/>
          </a:xfrm>
          <a:prstGeom xmlns:a="http://schemas.openxmlformats.org/drawingml/2006/main" prst="rect">
            <a:avLst/>
          </a:prstGeom>
          <a:ln xmlns:a="http://schemas.openxmlformats.org/drawingml/2006/main">
            <a:noFill/>
          </a:ln>
        </p:spPr>
      </p:pic>
      <p:pic>
        <p:nvPicPr>
          <p:cNvPr id="159" name="Google Shape;159;p20">
            <a:extLst xmlns:a="http://schemas.openxmlformats.org/drawingml/2006/main">
              <a:ext uri="{FF2B5EF4-FFF2-40B4-BE49-F238E27FC236}">
                <a16:creationId xmlns:a16="http://schemas.microsoft.com/office/drawing/2014/main" id="{07A7427E-1FC7-4582-A3E3-8444C773431F}"/>
              </a:ext>
            </a:extLst>
          </p:cNvPr>
          <p:cNvPicPr>
            <a:picLocks xmlns:a="http://schemas.openxmlformats.org/drawingml/2006/main" noChangeAspect="1"/>
          </p:cNvPicPr>
          <p:nvPr/>
        </p:nvPicPr>
        <p:blipFill>
          <a:blip xmlns:r="http://schemas.openxmlformats.org/officeDocument/2006/relationships" xmlns:a="http://schemas.openxmlformats.org/drawingml/2006/main" r:embed="Re5513b1f8cbf4777">
            <a:alphaModFix/>
          </a:blip>
          <a:stretch xmlns:a="http://schemas.openxmlformats.org/drawingml/2006/main">
            <a:fillRect l="0" t="0" r="0" b="0"/>
          </a:stretch>
        </p:blipFill>
        <p:spPr>
          <a:xfrm xmlns:a="http://schemas.openxmlformats.org/drawingml/2006/main">
            <a:off x="12520575" y="296231"/>
            <a:ext cx="5599601" cy="791925"/>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049809525"/>
      </p:ext>
    </p:extLst>
  </p:cSld>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2026-10-15T18:31:19.6930000Z</dcterms:created>
  <dcterms:modified xsi:type="dcterms:W3CDTF">2026-10-15T18:31:19.6930000Z</dcterms:modified>
</coreProperties>
</file>